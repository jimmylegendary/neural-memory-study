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Miras 프레임워크: 4가지 핵심 선택으로 sequence layer를 구성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①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기억? = 손실 함수. Titans의 ‖M(k)−v‖²는 한 예. Lp·robust로 바꿀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②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잊나? = 정규화/감쇠. forget gate가 여기 속한다.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③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메모리의 구조: vector · matrix · deep MLP.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④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어떻게 갱신? GD · momentum · FTRL · Learning-Retaining.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5568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Titans를 특수점으로 품는 지도를 그려, '무엇을 바꾸면 무엇이 좋아지나'를 조직적으로 탐색 가능하게 했다. 이후 Atlas·HOPE는 이 축들을 각자 밀어붙인 결과다.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움직이면 성능이 예측대로 변한다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4268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7925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모델 크기·문맥 길이에 따른 스케일링 — Miras 변형들이 안정적으로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3148" y="1335024"/>
            <a:ext cx="3115943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9724" y="1371600"/>
            <a:ext cx="3042791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손실 차수 p·retention q의 효과 — 축 선택이 문맥 길이별 성능을 가른다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각 축을 독립적으로 흔들었을 때 성능이 단조·예측 가능하게 반응 → '설계 공간'이 실재함을 뒷받침. 이 관점이 다음 Atlas(용량 축)와 HOPE(알고리즘 축)의 출발점.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문맥 단위 기억(Omega) + 용량 확장(feature map)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9660"/>
            <a:ext cx="5559552" cy="15270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6236"/>
            <a:ext cx="5486400" cy="14539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SWA vs Atlas/Omega: 문맥 내 토큰 의존성을 더 넓게 연결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Omega rule (문맥 단위 목적)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최근 c개 토큰을 γ 가중으로 한 번에 적합:</a:t>
            </a:r>
          </a:p>
        </p:txBody>
      </p:sp>
      <p:pic>
        <p:nvPicPr>
          <p:cNvPr id="9" name="Picture 8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554" y="2606040"/>
            <a:ext cx="2831690" cy="685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429000"/>
            <a:ext cx="5486400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용량 확장 + Muon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φ_p(k)로 차원을 d→d^p로 올려 저장 용량↑. 학습은 Muon(근사 2차)로 곡률을 활용.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 요지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Titans가 '무엇을 기억하나(연상)'를 열었다면, Atlas는 '얼마나 많이·문맥 단위로 기억하나(용량)'를 키운다. Miras의 architecture·algorithm 축을 밀어붙인 결과.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Titans를 넘어서고, 용량이 실제로 커진다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7054" y="1335024"/>
            <a:ext cx="4403852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630" y="1371600"/>
            <a:ext cx="43307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Atlas가 Titans 성능을 초과, 초장문에서 효과적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74491" y="1335024"/>
            <a:ext cx="4173256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067" y="1371600"/>
            <a:ext cx="4100104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associative memory recall: feature map으로 저장 용량이 늘어남을 확인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왼쪽=같은 벤치에서 Titans 대비 향상(용량·Omega의 효과). 오른쪽=저장할 연상 쌍이 많아져도 회상 유지 → '용량 확장'이 말뿐이 아님을 직접 보여줌.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 계층(global/local) + 2-stage 정렬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07903"/>
            <a:ext cx="5605272" cy="151631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44479"/>
            <a:ext cx="5532120" cy="14431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계층 다이어그램: 같은 t의 갱신을 계층적으로(global↔local)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Fig.1</a:t>
            </a:r>
          </a:p>
        </p:txBody>
      </p:sp>
      <p:sp>
        <p:nvSpPr>
          <p:cNvPr id="8" name="Rectangle 7"/>
          <p:cNvSpPr/>
          <p:nvPr/>
        </p:nvSpPr>
        <p:spPr>
          <a:xfrm>
            <a:off x="791179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366" y="1371600"/>
            <a:ext cx="2025507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9709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Stage 1 아키텍처 개요 — 큰 chunk 병렬 학습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왜 2-stage인가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Stage1: 큰 chunk로 저비용 병렬 학습(throughput 확보). Stage2: serve chunk(작게)에 맞춰 재정렬해 train/serve 불일치를 제거. 이렇게 해야 '싸게 학습 + 정확한 서빙'이 동시에 된다.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정렬이 품질을, 계층이 속도를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serve chunk 민감도(V자): train chunk와 맞을 때 최적, 어긋나면 급락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4332" y="1335024"/>
            <a:ext cx="4033574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908" y="1371600"/>
            <a:ext cx="3960422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runtime 비교: 시퀀스가 길어질수록 최대 17배 빠른 서빙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 V자 = 'train/serve chunk mismatch가 진짜 품질을 죽인다'의 직접 증거. 오른쪽 = 계층 메모리로 긴 문맥 서빙이 실제로 빨라짐. 이 논문은 '어떻게 배포하나'를 처음으로 정면으로 다룬다.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메모리'(Deep GD·delta-momentum·M3)로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DGD-with-weight-decay, gradient는 full backprop. 출력은 갱신 전(chunk 시작) 메모리로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통합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느린 블록에 새 저차원 expert를 키워 지식을 위로 옮긴다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06828"/>
            <a:ext cx="5559552" cy="147274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43404"/>
            <a:ext cx="5486400" cy="13995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Memory Consolidation: 모델이 스스로 파라미터 수를 늘려 용량을 확장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96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543" y="1371600"/>
            <a:ext cx="3913152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Sleep cycle마다 router가 새 expert를 선택·갱신(왼→오른쪽)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B5(HOPE)와의 연결 — 빠진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빠른(고주파) 메모리가 배운 것을 새 low-rank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데이터는 어떻게 만드나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전부 오프라인·자기생성: teacher→student, GKD + RL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468880" cy="10972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Teacher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현재 모델 LM_θ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샘플·'꿈' 생성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17520" y="2011680"/>
            <a:ext cx="868680" cy="0"/>
          </a:xfrm>
          <a:prstGeom prst="line">
            <a:avLst/>
          </a:prstGeom>
          <a:ln w="2286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977639" y="1463040"/>
            <a:ext cx="2468880" cy="10972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Student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 low-rank expert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Mono CJK KR"/>
              </a:rPr>
              <a:t>{A: d×r, B: r×d}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92240" y="2011680"/>
            <a:ext cx="868680" cy="0"/>
          </a:xfrm>
          <a:prstGeom prst="line">
            <a:avLst/>
          </a:prstGeom>
          <a:ln w="2286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52360" y="1463040"/>
            <a:ext cx="4206240" cy="10972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학습 신호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GKD(on-policy rollout) + RL(LTI)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보상=Levenshtein·의미 유사도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036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Knowledge Seeding (통합)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teacher가 만든 on-policy 데이터로 student를 GKD. 새 expert만 backward(나머지 freeze). router가 새 expert를 활성화.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LTI — RL 파트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정답 시퀀스와의 Levenshtein/의미 보상으로 policy-gradient. 미분 불가한 목표를 RL로.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2628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(자기개선)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teacher가 자기 생성한 '꿈'으로 SEAL식 편집·강화 — 외부 라벨 없이 능력을 끌어올림.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34924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reset = (de)activation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새 주기 시작 시 빠른 블록의 이전 expert들을 비활성화(pruning)해 간섭을 막는다.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핵심: 학습 데이터가 전부 모델 자신에게서 나온다(self-generated) — 외부 코퍼스 추가 없이 지속 학습.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지속 학습에서 망각을 줄이고 성능을 유지한다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34214"/>
            <a:ext cx="5605272" cy="130941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70790"/>
            <a:ext cx="5532120" cy="12362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class-incremental(CLINC 등): sleep 통합이 이전 클래스 망각을 완화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712324" y="1335024"/>
            <a:ext cx="4497590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900" y="1371600"/>
            <a:ext cx="4424438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오프라인 통합 후에도 장문 추론 능력 유지·향상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 · 6편의 도착점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Titans가 연 'test-time 학습'은 → Sleep에서 'wake=빠른 학습 / sleep=느린 통합'의 완결된 생애주기가 된다. 고정 용량의 한계를 파라미터 성장으로 넘은 것이 이 논문의 마지막 퍼즐.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roofline (H100 트윈)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HOPE block을 실제 수치로 — 어디가 병목인가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3845" y="1335024"/>
            <a:ext cx="5250269" cy="288950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1" y="1371600"/>
            <a:ext cx="5177117" cy="2816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06240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1 HOPE block(self-mod Titans→CMS)의 전 연산 DAG (B=1, chunk C, d=2048)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901586"/>
            <a:ext cx="5468112" cy="17563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hope-roof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38162"/>
            <a:ext cx="5394960" cy="16832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06240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roofline·op별 시간·PIM 비교 (BW 3.35TB/s, peak 0.99PF, ridge 295)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병목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C=1 디코드는 roofline 왼쪽(memory-bound). op별로 보면 CMS/DGD-apply의 state read-modify-write가 지배적. state(≈134MB) + weights를 매 토큰 HBM(3.35TB/s)에서 읽어야 해 block당 ~203µs(ideal 하한).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