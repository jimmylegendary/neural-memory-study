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MAC 블록의 chunk-C 병렬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forward+backward를 gate out까지 · shape 명시 (선형 메모리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shape: X∈ℝ^{C×d}(청크 C토큰) · W_Q,W_K,W_V∈ℝ^{d×d} · 메모리 M^{(t)}∈ℝ^{d×d}(청크 시작, frozen) · persistent P∈ℝ^{N_p×d} · gate w_η,w_α,w_θ∈ℝ^{d}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2d116c67ff024f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66672"/>
            <a:ext cx="5032248" cy="19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98280" y="146304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GEMM — gate 산출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56816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f499130aa94003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045208"/>
            <a:ext cx="2825496" cy="188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193852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(read)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3230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29578cd926351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510028"/>
            <a:ext cx="3764279" cy="2103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98280" y="241401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(attention)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07792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775c312045c3f5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2996184"/>
            <a:ext cx="3959352" cy="1889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98280" y="2889504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예측오차 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384048" cy="384048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75a36dda47f06e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465576"/>
            <a:ext cx="3858768" cy="2011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98280" y="3364992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backward, GEMM 1회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384048" cy="38404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d8d1ff4e2900c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3953256"/>
            <a:ext cx="4187952" cy="1767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98280" y="384048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임계경로 (scan)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34256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⑦</a:t>
            </a:r>
          </a:p>
        </p:txBody>
      </p:sp>
      <p:pic>
        <p:nvPicPr>
          <p:cNvPr id="25" name="Picture 24" descr="9d9fcf6669f844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560" y="4367784"/>
            <a:ext cx="4175760" cy="298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098280" y="431596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cumprod→matmul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974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⑧</a:t>
            </a:r>
          </a:p>
        </p:txBody>
      </p:sp>
      <p:pic>
        <p:nvPicPr>
          <p:cNvPr id="28" name="Picture 27" descr="78576496bb5e244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560" y="4887468"/>
            <a:ext cx="2785872" cy="210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98280" y="479145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최종 출력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358384"/>
            <a:ext cx="11183112" cy="93268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왜 '동시에' 되나 (backward의 병렬화)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C개 토큰의 gradient(⑤)를 모두 '같은 chunk-start 메모리 M^{(t)}'에서 평가하므로 순차 backprop이 아니라 GEMM 1회(G=(θ⊙E)ᵀK̂)로 병렬화. 유일한 순차 임계경로는 ⑥ momentum scan(깊이 log C). deep(MLP) 메모리도 골격 동일 — 각 층 gradient를 chunk 시작 가중치에서 batched backprop. (선형 메모리 기준 shape 전개 — 원논문 Fig.1 chunkwise 병렬화의 shape화, 일부 추론.)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test-time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추론 중에도 gradient로 메모리를 계속 학습(학습 도구를 추론 안으로).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neural memory (LMM)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= 작은 MLP의 weights, 그 weights가 곧 recurrent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surprise =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지금 토큰이 얼마나 놀라운가 = 손실의 gradient 크기 → 클수록 세게 저장.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momentum = surprise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과거 surprise 누적. optimizer 내부 state를 sequence의 recurrent state로 승격.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forgetting / weight decay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α로 오래된 기억 감쇠. Mamba-2·GDN의 gate를 깊은 memory로 일반화.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outer vs inner loop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gate '함수'는 pre-training에서 고정, '값'은 추론 중 매 토큰. decode=fwd+bwd+update+read.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 병렬화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안 gradient를 chunk-start 가중치에서 동시 평가 → GEMM/scan. C=arithmetic intensity.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MAC/MAG/MAL · 일정 state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메모리를 아키텍처에 꽂는 3방식. state는 문맥 길이와 무관하게 일정(vs KV cache).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메모리를 weights로 보고 surprise(gradient)+momentum+forget으로 test-time에 학습 — 깊은 MLP인데도 chunkwise로 병렬화.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associative memory 관점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시퀀스 모델 = key→value 연상 = 무언가를 최소화하는 online 최적화.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내부 목적함수 L = '무엇을 우선해 기억하나'. dot-product·L2·Lp·robust.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 (not forgetting)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'지우기'가 아니라 '유지 vs 학습'의 저울질. long-context를 좌우하는 결정적 레버.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4축 설계공간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architecture · attentional bias · retention · learning algorithm.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전부가 이 공간의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덧쓰기(dot-product)·고쳐쓰기(L2)·비압축(softmax)이 bias 축의 세 좌표.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비압축 극한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L2를 비모수적으로 푼 극한 → retention 없음 → KV가 길이에 비례 증가.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Moneta/Yaad/Memora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 / Huber(robust) / KL(simplex) 인스턴스. optimizer는 일부러 plain GD.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retention-as-renormalization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KL retention(Memora)은 softmax 갱신 → state가 항상 정규화되어 발산 불가.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시퀀스 모델을 4축으로 분해한 '지도' — 무엇을·무엇을 잊고·어떤 구조로·어떤 알고리즘으로. 이후 모든 논문의 좌표계.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context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token 하나가 아니라 '최근 문맥 전체'를 함께 기억(목표를 바꿈).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window c의 gated 합 최소화 = rank-c 수정(delta rule의 window 일반화). c=1이면 Titans.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 capacity 이론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행렬 memory = O(d_k). state 키움 ≠ 용량 늘림(이 계보 최초의 형식 정의).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feature map φ_p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차원을 d_kᵖ로 올려 용량 상한을 옮김. optimizer와 직교하는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무한 용량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무한 차원 feature의 associative memory. attention이 이기는 이유 = 용량 차이.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Muon (근사 2차)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Newton-Schulz로 update를 semi-orthogonal화 = 2차 정보 근사.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κ = test-time compute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NS 반복수. state 안 건드리고 연산↔품질을 교환하는 dial.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Transformer 재유도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attention=kernel regression → DeepTransformers·Dot(error-correcting attention).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'무엇을 얼마나 잘 기억하는가'의 정점 — 목표(Omega)·용량(feature map)·관리(Muon)를 이론까지 갖춰 채움.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훈련 경제학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크기 C가 품질과 속도를 동시에 결정. 작은 chunk = MFU 한 자릿수.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chunk-size mismatch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train/serve chunk가 다르면 품질 붕괴(V자 절벽, C=8에서 2.6배 폭발).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global/local 계층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global(큰 chunk 순차, long-range) + local(reset, 병렬, fine-grained).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periodic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병렬화 불가한 비선형 사슬을 끊어 batch 축으로. 대가는 global이 보전.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W_init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reset 지점 = meta-learn된 초기상태. reset을 살아남게 하는 핵심 부품.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query를 관측 key 부분공간으로 사영(Π=Σk kᵀ). write/read domain shift 처방.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2-stage: train-big/serve-small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chunk를 throughput knob과 해상도 knob 두 독립 knob으로 분리.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서로 다른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global·local·W_init이 각자 주기로 갱신 = NL의 씨앗.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표현력이 아니라 '훈련 경제학의 바닥'을 깐 systems 편 — 서로 다른 update frequency 계층이 다음 논문(NL)의 씨앗.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optimizer(DGD·Delta Momentum·M3)로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문제와 통찰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지금까지 'layer 하나'만 바꿔 왔다 — 그것을 훈련시키는 '배경'을 설계 대상으로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1 — layer 하나만 바꿔 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Titans/Miras/Atlas/TNT는 전부 'sequence layer 하나'의 성분(objective·retention·optimizer·훈련경제학)을 바꾼 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그런데 그 layer를 바깥에서 훈련시키는 AdamW·momentum·backpropagation은 한 번도 설계 공간에 안 들어온 '고정 배경'이었다.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2 — LLM은 정적이다 (anterograde amnesia)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배포 후 지식이 사는 곳은 딱 둘: 지금의 context window(KV cache)와 pre-training 때 얼어붙은 MLP weights.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context 정보가 장기저장소(FFN)까지 못 가고 window가 밀려나면 사라진다 = 새 장기기억을 못 만드는 기억상실.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핵심 통찰 — backprop도 memory다 (이 슬라이드만 가져가도 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'모델과 그것을 학습시키는 절차는 서로 다른 두 물건이 아니라, 하나의 중첩된 다층 최적화 시스템이다.'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안에서 backpropagation·momentum·Adam·Muon이 전부 gradient에 대한 associative memory다. 특히 backprop은 자기 target을 스스로 만드는 self-referential memory라 병렬화가 안 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질문의 단위가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'layer'가 아니라 '모델 전체 + 훈련 절차 전체'가 하나의 설계 대상. 각 level은 자기 context flow를 자기 주기로 압축하는 associative memory. (TNT가 남긴 '서로 다른 주기의 계층' 힌트를 조직 원리로 승격.)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메모리'(DGD · Delta Momentum · M3 — 다음 3장)로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DGD (Delta Gradient Descent) — 상태 의존 adaptive decay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표준 GD는 내부목적이 dot-product라 각 gradient를 '상태와 무관하게' 처리 → 이전 가중치 상태가 갱신에 반영 안 됨(token처럼 상관된 데이터엔 제약). 내부목적을 L2 regression으로 바꾼다.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표준 GD (dot-product)</a:t>
            </a:r>
          </a:p>
        </p:txBody>
      </p:sp>
      <p:pic>
        <p:nvPicPr>
          <p:cNvPr id="7" name="Picture 6" descr="cb9b13f0bcf2ee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72818"/>
            <a:ext cx="8001000" cy="3932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내부목적을 L2로 (Eq 56)</a:t>
            </a:r>
          </a:p>
        </p:txBody>
      </p:sp>
      <p:pic>
        <p:nvPicPr>
          <p:cNvPr id="9" name="Picture 8" descr="f3a2feb37897ac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3076618"/>
            <a:ext cx="8001000" cy="5035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최종 (Eq 57)</a:t>
            </a:r>
          </a:p>
        </p:txBody>
      </p:sp>
      <p:pic>
        <p:nvPicPr>
          <p:cNvPr id="11" name="Picture 10" descr="8db291ed2f9587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841973"/>
            <a:ext cx="8001000" cy="4907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35424"/>
            <a:ext cx="11183112" cy="1819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delta rule로 유도된 GD. 현재 입력뿐 아니라 '이전 가중치 상태'를 반영 → (I − η′ x xᵀ)의 데이터 의존 adaptive decay. token처럼 상관 높은 데이터에 유리. self-modifying Titans의 안쪽 optimizer가 바로 이 DGD(+weight decay). [원문 Eq 54–57]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Momentum — gradient 의존 weight decay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표준 momentum은 내부목적이 dot-product(Hebbian)라 상태와 무관해 용량이 제한되고 loss landscape 추적이 약하다. 내부목적을 L2 regression ‖m∇Lᵀ−P‖²로 바꿔 delta rule을 적용한다.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표준 momentum (Hebbian)</a:t>
            </a:r>
          </a:p>
        </p:txBody>
      </p:sp>
      <p:pic>
        <p:nvPicPr>
          <p:cNvPr id="7" name="Picture 6" descr="c0e5854dbb4369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42664"/>
            <a:ext cx="8001000" cy="453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내부목적을 L2로 (Eq 48)</a:t>
            </a:r>
          </a:p>
        </p:txBody>
      </p:sp>
      <p:pic>
        <p:nvPicPr>
          <p:cNvPr id="9" name="Picture 8" descr="c4fec02516c00b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395" y="2990088"/>
            <a:ext cx="6910529" cy="676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최종 (Eq 49)</a:t>
            </a:r>
          </a:p>
        </p:txBody>
      </p:sp>
      <p:pic>
        <p:nvPicPr>
          <p:cNvPr id="11" name="Picture 10" descr="5a5f50375fc0be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819982"/>
            <a:ext cx="8001000" cy="5347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35424"/>
            <a:ext cx="11183112" cy="1819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decay가 α·I가 아니라 (α·I − η·∇L∇Lᵀ) = gradient에 의존. '필요할 때 momentum을 감쇠·정지'시켜 진동하는 곡률(Fig.4)에서 표준 momentum보다 빨리 수렴. linear attention→delta rule 전환의 momentum 버전. [원문 Eq 48–49] (P_i = momentum이 gradient를 매핑하는 target.)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M3 (Multi-scale Momentum Muon) — Adam + Muon + CMS의 결합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M3 = 세 가지의 결합: Adam(2차 모멘텀 √V 정규화) + Muon(Newton-Schulz 직교화) + CMS(서로 다른 주파수의 momentum 여러 개). 느린 momentum을 '지연 갱신'해 long-context 정보를 담는다.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두 주파수 momentum (CMS)</a:t>
            </a:r>
          </a:p>
        </p:txBody>
      </p:sp>
      <p:pic>
        <p:nvPicPr>
          <p:cNvPr id="7" name="Picture 6" descr="4ca03ff27c6d86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245961"/>
            <a:ext cx="8001000" cy="6470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2차 모멘텀 (Adam)</a:t>
            </a:r>
          </a:p>
        </p:txBody>
      </p:sp>
      <p:pic>
        <p:nvPicPr>
          <p:cNvPr id="9" name="Picture 8" descr="918d9e73d2db2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631" y="2990088"/>
            <a:ext cx="4098057" cy="676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직교화 (Muon)</a:t>
            </a:r>
          </a:p>
        </p:txBody>
      </p:sp>
      <p:pic>
        <p:nvPicPr>
          <p:cNvPr id="11" name="Picture 10" descr="2795ec0601227c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757697"/>
            <a:ext cx="8001000" cy="65934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07992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④ 최종 갱신</a:t>
            </a:r>
          </a:p>
        </p:txBody>
      </p:sp>
      <p:pic>
        <p:nvPicPr>
          <p:cNvPr id="13" name="Picture 12" descr="a21cc9754288a9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695" y="4507992"/>
            <a:ext cx="2945929" cy="6766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294376"/>
            <a:ext cx="11183112" cy="1060704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빠른/느린 두 momentum(CMS)을 Newton-Schulz로 직교화(Muon)한 뒤 √V로 정규화(Adam)해 결합. CMS 설계를 뒷받침하는 proof-of-concept. Fig.11/12에서 AdamW·Muon 대비 train/test loss 우수 — 단 momentum 여러 개라 계산 오버헤드로 대형 스케일엔 도전. [원문 Algorithm 1]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ICL은 왜 '구조적'인가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≥2 레벨 중첩 최적화를 가지면 in-context learning이 저절로 따라 나온다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2107"/>
            <a:ext cx="5285232" cy="13336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58683"/>
            <a:ext cx="5212080" cy="1260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Fig.7 — memory level 1→4로 늘리면 ICL(NIAH) 단조 상승, 모든 설정에서 baseline 초과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058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레벨 1 (inner loop) = 이미 학습기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test-time에 context로부터 gradient step으로 갱신 = '문맥으로부터 배우는 학습기' 자체.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50592"/>
            <a:ext cx="5806440" cy="10058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레벨 2 (그 위 optimizer)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갱신 규칙(optimizer)도 gradient에 대한 memory = '학습을 학습(learning to learn)'.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529584"/>
            <a:ext cx="5806440" cy="13716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'구조적'이다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두 레벨이 겹치면 모델이 '주어진 context에서 파라미터를 조정하는 절차'를 내부에 내장 → 새 task를 context만으로 즉석 적응 = ICL. 별도의 '창발'을 가정할 필요가 없다(구조에서 나온다).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증거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Fig.7: level 1→4에서 ICL(NIAH) 단조↑, 모든 level 수·최저 주파수에서 ICL·DuoAttention baseline 초과. 형식언어(parity, aⁿbⁿ)의 훈련분포 밖 길이 일반화에서 HOPE 100점(Transformer는 parity 0점). — 단 이것은 실증이지 정리(theorem)는 아니다(level 수에 따른 표현력 정리는 없음).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MLP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MLP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q=X·W_q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static 선형(비메모리)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갱신 메모리 5개 {M_k,M_v,M_η,M_α,M_mem}=2-layer MLP · q=X·W_q만 static 선형(메모리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DGD(Delta GD)-with-weight-decay, gradient는 full backprop. 출력은 갱신 전(chunk 시작) 메모리를 MLP forward. (다음 장에 연산 과정 전개.)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 — 연산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input(C,d) → output · forward+backward를 t−1 가중치에서 동시에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갱신 메모리 5개 {M_k,M_v,M_η,M_α,M_mem} = 2-layer MLP  M_□(·)=(·)+W_{□,1}σ(W_{□,2}·) · q=X·W_q는 유일한 static 선형 투영 · 청크 시작 가중치=(t−1), 갱신 후=(t)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1b0dd3aa2b90a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98676"/>
            <a:ext cx="6528816" cy="222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1481328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MLP forward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a958ba178caf0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173224"/>
            <a:ext cx="3870960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6840" y="2048256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MLP forward (출력)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15184"/>
            <a:ext cx="384048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5995b228b1d463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734056"/>
            <a:ext cx="2621280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06840" y="2615184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MLP forward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82112"/>
            <a:ext cx="384048" cy="457200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620feb3b51d6f1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290316"/>
            <a:ext cx="3063240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06840" y="3182112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 (t−1서 동시)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49040"/>
            <a:ext cx="384048" cy="457200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05378bce75efd5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863340"/>
            <a:ext cx="3514344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06840" y="3749040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— DGD+decay (Eq 88)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315968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e458f96b9ebf467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4434840"/>
            <a:ext cx="3093720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06840" y="4315968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다음 청크로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29200"/>
            <a:ext cx="11183112" cy="12344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MLP forward · 시점 · 병렬성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①②③은 모두 memory MLP의 forward다(단순 matrix read가 아님 — 각 memory가 2-layer MLP). forward(①②③)와 backward(④)를 모두 청크 시작(t−1) 가중치에서 평가 → 동시(병렬; 원문의 chunk-wise dual form). 출력은 갱신 '전'(t−1) 메모리 forward로 내고(②), 갱신된 M^{(t)}는 다음 청크에서 쓰인다 → 인과 유지. 안쪽 optimizer = DGD(Delta GD)+weight decay(Eq 88, decay = α_t I − η_t k_t k_tᵀ), 손실 = ‖M_□(k)−v̂_□‖². q=X·W_q만 static. [원문 Eq 86–91]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1개 MLP — [0, f₁) 과 경계 f₁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self-mod Titans 출력을 받아, 구간엔 누적만·경계 f₁에서 1-step 갱신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1">
                <a:solidFill>
                  <a:srgbClr val="5A5F68"/>
                </a:solidFill>
                <a:latin typeface="Noto Sans CJK KR"/>
              </a:rPr>
              <a:t>CMS MLP 1블록: 가중치 φ (구간 시작=φ⁽⁰⁾), 갱신 주기 f₁ 토큰 · 입력 uₜ∈ℝ^{d}(토큰별, self-mod Titans 출력) · 줄이는 손실 = 진짜 task loss(next-token)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Noto Sans CJK KR"/>
              </a:rPr>
              <a:t>구간 [0, f₁) — 매 토큰 (φ 고정, 누적만; forward들은 완전 병렬)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9184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1121F"/>
                </a:solidFill>
                <a:latin typeface="Noto Sans CJK KR"/>
              </a:rPr>
              <a:t>시점 f₁ — 경계 (딱 1회)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47088"/>
            <a:ext cx="384048" cy="420624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9" name="Picture 8" descr="0c093b6dcef1c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41576"/>
            <a:ext cx="2740152" cy="2316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2560" y="1847088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(토큰별 forward)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384048" cy="420624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2" name="Picture 11" descr="77af370099bf11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496312"/>
            <a:ext cx="425196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2560" y="2395728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누적 (GEMM = Σ_t)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39312"/>
            <a:ext cx="384048" cy="420624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5" name="Picture 14" descr="c40dba8a918b2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41420"/>
            <a:ext cx="4440936" cy="216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52560" y="3639312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1 step (경계에서만)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84048" cy="420624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8" name="Picture 17" descr="1bd6e1eac87e8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293108"/>
            <a:ext cx="2298192" cy="210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4187952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reset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2040"/>
            <a:ext cx="11183112" cy="13716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핵심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22252B"/>
                </a:solidFill>
                <a:latin typeface="Noto Sans CJK KR"/>
              </a:rPr>
              <a:t>① 구간 내내 φ가 고정이라 forward(①)들은 완전 병렬이고, gradient는 accumulator A에 '누적만' 한다(② — 실제 갱신 없음). ② 경계 f₁에서 그 누적을 파라미터에 딱 한 번 적용(③)하고 A를 리셋(④)한다. 이것이 '추론 중에도 천천히 계속 훈련되는' CMS의 실체. 줄이는 손실은 내부 목적이 아니라 진짜 next-token task loss. Transformer의 MLP = 절대 갱신 안 하는(frequency 0) 특수 사례이고, 느린 블록일수록 f가 커서 더 드물게 갱신된다.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한계 &amp; Sleep으로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라인의 문제는 풀리기는커녕 커졌다 — 남은 절반을 Sleep이 채운다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논문이 스스로 그은 한계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catastrophic forgetting 미해결 — forgetting은 압축의 필연(용량 유한). CMS는 '어디서·얼마나 빨리 잊을지'를 주파수 축에 재배치했을 뿐, 원리적으로 푼 게 아니다.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② level 설계가 경험적 — level 몇 개·주파수 얼마·무엇을 어디 놓을지 이론 없음. query projection을 memory화하면 오히려 나빠지는 반례도(잘못 놓인 level은 해).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③ 이론이 재해석까지만 — optimizer 역공학은 존재 논증이지 유일성 증명 아님, level 표현력 정리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④ 서빙 경제학·스케일 미검증 — from-scratch 1.3B/100B, retrofit도 Llama3-8B까지. decode wall-clock 전무.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— batching이 깨진다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self-modifying Titans state = per-request mutable weights. KV cache(read-only, weight 공유 batch)와 달리 shared-weight batching이 깨진다.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배칭은 가능하나 각 요청의 arithmetic intensity가 batch 크기 B와 무관 → 대역폭이 배치를 조기에 닫는다(never-average).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Sleep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신경생리학의 consolidation은 2단계. NL은 그중 online consolidation(입력 흐르는 동안 CMS 갱신)만 구현했다.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수면 replay로 기억을 재조직하는 offline consolidation은 명시적으로 범위 밖. 남는 질문: 빠른 level 지식이 예정된 갱신으로 덮이기 전에 어디로 옮길 것인가?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 = expressive optimizer(DGD·Delta Momentum·M3) + CMS(주파수 스펙트럼 memory) + self-modifying Titans를 직렬 결합. '더 많은 layer가 아니라 더 많은 level'을 실증 — 단 짧은 recall gap과 서빙 경제학은 미해소, 그리고 offline consolidation을 Sleep에 넘긴다.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모델 + 훈련 절차 = 하나의 중첩 다층 최적화 시스템.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backprop도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backprop·momentum·Adam·Muon = gradient에 대한 associative memory(핵심 통찰).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expressive optimizer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optimizer도 memory이므로 표현력을 키움: DGD·Delta Momentum·M3.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CMS (연속 주파수)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주기의 MLP 사슬 = long/short의 주파수 스펙트럼. Transformer MLP는 특수 사례.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self-modifying Titans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투영·게이트·lr까지 memory화(q만 static). 자기 갱신 규칙을 스스로 수정.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ICL = structural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in-context learning은 창발이 아니라 ≥2레벨 중첩 최적화의 구조적 결과.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HOPE = 세 생성물 결합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Titans(작고 똑똑) 뒤에 CMS(크고 느림)를 직렬로.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더 많은 layer가 아니라 level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길이 일반화·continual learning은 level 수가 사준다.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optimizer=memory라는 통찰로 아키텍처와 optimizer를 하나의 중첩 시스템으로 통합 — '모든 부품이 어떤 주파수의 memory'.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NL은 online consolidation 절반만 했다 — 잊히기 전에 옮길 곳이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788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NL이 남긴 숙제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① catastrophic forgetting 미해결 — 여러 주기로 덮어쓰기를 지연해도, 모든 층의 갱신 시점이 겹치면 결국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② NL 저자 스스로 'offline consolidation(자면서 정리)은 범위 밖'이라 명시 — 온라인 절반만.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③ capacity 고정 — 유한 파라미터에 계속 압축해 넣으면 언젠가 옛 지식을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④ 입력을 끊고 자기 내부를 정리할 시간이 설계에 없다.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788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anterograde amnesia (기억상실증)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배포된 LLM의 지식은 두 곳에만 산다: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세션 끝나면 사라지는 context window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pre-training 때 얼어붙은 weight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이 둘을 잇는 다리가 없다 = 새 장기기억을 못 만드는 '영원한 현재'.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Noto Sans CJK KR"/>
              </a:rPr>
              <a:t>남는 질문: 빠른 level의 지식이 예정된 갱신으로 덮어써지기 전에, 그걸 어디로 옮길 것인가?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11183112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Sleep의 답 (미리보기)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wake/sleep lifecycle을 세워, 잠자는 동안 그 지식을 더 느린 블록에 '새 expert로 위쪽 distillation'하고, forgetting을 regularization이 아니라 'capacity 성장'으로 재정의한다. 그 발화 시점이 정확히 CMS의 chunk 경계.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가설: wake/sleep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하나 더 — 수식의 축이 아니라 '시간'의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94017"/>
            <a:ext cx="5285232" cy="24983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593"/>
            <a:ext cx="5212080" cy="2425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conventional(train/test 분리) vs continual(Active↔Sleep 주기 교대)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lifecycle + inference 번역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= 수동적 멈춤이 아니라 능동적 내부 처리(외부 입력 끊고, 고주파 모듈 기억을 느리고 안정적인 성분으로 굳힘).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= 서빙 fleet에 붙는 주기적 백그라운드 job. 낮=요청 처리하며 fast memory에 write, 밤=트래픽 끊고 compaction·GC. 단 대상이 로그/cache가 아니라 파라미터.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online-only의 3결함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추상화 수준 그대로(추가 압축 없이 옮겨 capacity 또 씀) ② 선택적·retrieval 의존(자주 부르는 것만 강화) ③ context에 갇힘(상위 통합 안 됨).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가지 핵심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continual learner엔 train time도 test time도 없다('test time'이란 단어의 마지막 잔재를 지움). ② catastrophic forgetting은 근본적으로 capacity 문제 → '덮어쓰지 말고 키워라'. ③ sleep은 2단계: Memory Consolidation(NREM) + Dreaming(REM).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wake 기반: CMS 갱신 스케줄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sleep은 학습되지 않고 chunk 경계에 고정된다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29057"/>
            <a:ext cx="5285232" cy="167400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633"/>
            <a:ext cx="5212080" cy="160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High/Mid/Low FFN이 1k/5k/10k 토큰 주기로 배열된 CMS 사슬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구조 (NL의 CMS를 그대로 수입)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sequence-mixing layer(attention/Titans) + 여러 주기의 MLP 블록 사슬.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각 블록은 토큰마다 error 기여분을 누적하고, 자기 chunk 경계에서만 그 누적을 파라미터에 한 번 적용.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sleep 발화 시점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어떤 블록이 자기 갱신 경계에 도달하면, 갱신하기 직전에 그 블록의 지식을 '한 단계 느린 블록'으로 먼저 옮긴다.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여기가 catastrophic forgetting이 터질 자리인가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주기가 중첩 → 다대일(빠른 블록 10번 갱신 동안 느린 블록 1번). 같은 크기의 느린 메모리에 10번을 반복해 써 넣게 됨 → 바로 그 지점이 CF가 터질 자리 → 다음의 parameter expansion이 필요.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1: Memory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덮어쓰지 말고 키워라 + 지식을 '위로' 증류(upward)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41817"/>
            <a:ext cx="5285232" cy="14027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93"/>
            <a:ext cx="5212080" cy="1329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파라미터를 늘리고(capacity), 사라질 지식을 새 공간에 증류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consolidation 받는 블록에 새 파라미터를 연다(새 MLP/Linear expert 하나). '자기 전에 파라미터를 키운다'.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지식 추상을 고주파→저주파 메모리로 이전. GKD distillation(teacher 데이터 + student rollout) + Imitation Learning(RL).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반전 — 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보통 distillation은 큰 teacher→작은 student로 내려보내는데, 여기선 방향이 반대(작은 것 → 큰 것). 그래서 upward distillation.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B5(HOPE)와의 연결 — 빠진 조각을 채운다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 메모리가 배운 것을 새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Consolidation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low-rank expert에만 쓰고 · self-generated로 배우고 · 옮긴 뒤에만 지운다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1a. parameter expansion — '덮어쓸 수 없게' 만든다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MLP = 여러 expert를 가진 sparse MoE. 빠른 블록 지식을 옮길 때 새 low-rank expert 하나 추가(A d×r, B r×d). 옮겨지는 지식은 오직 이 새 파라미터에만 → 옛 지식 물리 자리를 안 건드림(정규화로 '잊지마' 부탁이 아니라 애초에 덮어쓸 수 없게).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[구현] 미래 expert 전부를 초기화 시점에 사전할당하고 mask만 씌운다 → 'expert 추가'는 실제론 mask 하나 여는 것. shape가 정적으로 유지(컴파일 그래프·kernel·checkpoint 안 흔들림).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874519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1b. Knowledge Seeding — teacher/student가 누구인가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teacher = expansion 전 모델(빠른 블록이 아직 안 덮인, 그 지식을 든 자기 자신).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student = 확장 + 빠른 블록 갱신 후(빠른 블록 지식은 잃고, 느린 블록에 빈 expert 하나 받은 상태).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distillation이 student 출력을 teacher로 당김 — 움직일 수 있는 건 새 expert뿐. GKD = teacher 데이터 + student on-policy rollout. student 전부 freeze, 새 expert만 학습.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874519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1c. LTI + 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distillation만으론 '아는 것 ≠ 쓰는 것' — teacher를 약하게만 흉내. LTI(RL): teacher 데이터 앞부분 주고 이어쓰게 해, 잘 쓰면 보상.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보상 = semantic(frozen reward model, 의미 같으면 1) + absolute(편집거리 토큰 유사도).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끝나면 reset: 빠른 블록의 과거 expert들을 지워 capacity 회수 = 'eviction 전 write-back' cache 정책.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6858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순 효과 — 하나의 불변식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빠른 메모리는 작고 유연하게, 느린 메모리는 단조 성장하며 '신선한 expert로만' 쓰인다.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2: Dreaming + 정직성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자기 생성 데이터로 자신을 고쳐 쓴다 (REM) — 단 knob은 meta-learn 안 됨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580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83" y="1371600"/>
            <a:ext cx="391315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8 — sleep 사이클마다 router가 expert를 골라 갱신, random expert로 novelty 주입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 위에 시연, plug-in)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모델이 성능을 올려 줄 합성 데이터(dream)를 스스로 생성하는 self-modification. 5단계: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생성(모든 MoE router가 random expert 추가로 켬=novelty 주입) → 선별(gradient importance) → 적용(격리 복사본 LoRA fine-tune) → 보상(실제 task 개선되면 1) → 강화(ReST^EM, value network 없는 EM RL).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consolidation 먼저·dreaming 나중: 취약 지식을 새 expert에 격리한 뒤 반복 self-training.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세 번째 regime + 정직한 이음새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regime 1 pre-training · 2 wake(CMS 갱신) · 3 sleep(배포 중 주기적 '진짜 gradient 훈련', 신세계).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caveat: sleep 기제(혼합계수·reward model·ReST^EM)는 pre-training에서 end-to-end meta-learn 안 됨 — 이 라인 최초로 핵심이 미분되는 inner loop가 아니라 알고리즘 wrapper. 실험 대부분이 Llama/Qwen에 graft.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 순서(consolidate→dream)인가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갓 배운 취약한 지식을 새 expert에 격리해 둔 다음 dreaming의 반복 self-training을 돌려야, 그 지식이 덜 잊힌다.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결과 &amp; 6편의 완성형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방향은 일관 · 서빙 형태가 바뀐다 · 단 실증은 1.3B에 멈춤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4253"/>
            <a:ext cx="5285232" cy="12378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0829"/>
            <a:ext cx="5212080" cy="116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class-incremental(CLINC 등): consolidation 얹은 Hope가 ICL·EWC·순정 Hope 상회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5087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(방향·비율)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sleep 단계 늘릴수록 단조 개선. SQuAD SEAL 프로토콜에서 Sleep&gt;SEAL(Dreaming 제거하면 폭락). few-shot ARC: Llama-1B ICL 0%→SEAL 72.5%→Sleep 80%. 수학 Qwen3-8B AIME-24 Sleep 79.2 &gt; GRPO 76.4.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효율: step당 SFT의 4배지만, 목표 성능 wall-clock은 SFT가 3.6~4.8배 더 걸림 → 사는 건 싼 step이 아니라 step·sample 효율.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97180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함의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inference가 forward-only가 아님(RMW 트래픽=cost model 새 항). session state = KV cache가 아니라 per-user weight-delta(=multi-tenant LoRA 서빙). sleep = 서빙에 붙는 스케줄 훈련 job, 매번 새 버전.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6편의 완성형 (개념적)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state는 모든 시간규모에서 weight · 모든 블록은 같은 associative memory · inner optimizer는 아키텍처와 대등한 설계면 · 훈련은 어디서나 chunk-anchored · lifecycle은 wake/sleep. Titans가 연 'test-time 학습'이 여섯 편째에 train/test 경계 자체를 지운다. (단 from-scratch 실증은 아직 1.3B.)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wake/sleep lifecycle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train/test 경계를 지우고 Active(wake)와 Sleep을 주기적으로 교대.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CF = capacity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forgetting은 압축의 필연 → 처방은 '덮어쓰지 말고 키워라'.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새 low-rank expert만 추가(옛 자리 안 건드림). mask 사전할당으로 shape 정적.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작은 것→큰 것 upward distillation(GKD on-policy + LTI RL).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빠른(고주파) 메모리의 지식을 느린 블록의 새 expert로 위쪽 전달.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옮긴 뒤에만 지운다 = eviction 전 write-back cache 정책.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자기 생성 데이터로 자신을 고쳐 씀(REM). random expert로 novelty 주입.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세 번째 regime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pre-training·wake에 더해 sleep = 배포 중 주기적 '진짜 gradient 훈련'.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online consolidation의 나머지 절반(offline)을 채워 6편의 완성형 — 서빙 fleet에 밤마다 붙는 훈련 job.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C0 ·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무엇으로 뽑았고, 왜 신뢰할 수 있나 — HAT HW schema + HATIR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 HW schema — 가속기의 '디지털 트윈'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가속기를 기술하는 정식 스키마(SoT). die/PE 내부(SM→ALU→ISA), 메모리 계층(HBM/L2/SRAM의 대역폭·용량), peak FLOPS를 담는다.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벤더 spec(여러 번 교차검색해 신뢰).  output: .hw JSON '트윈'.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검증: schema의 verify(committee). — 증거: 수정 안 한 vLLM이 이 트윈(가짜 device)을 진짜로 믿고 구동.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HATIR — 순수 비용(cost) 모델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HAT IR 기반 비용 모델. 트윈과 workload를 받아 roofline 기반 시간·에너지를 낸다.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HW twin(.hw) + workload trace(연산 DAG).  output: 시간·에너지의 ideal 하한.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특징: magic derate·regression fitting 없이 독립 물리 요소로 분해(냉정한 하한).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84124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신뢰성 원칙 — 절대값이 아니라 'trend 정합'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정합 = 여러 시나리오에서 trend 일관성(절대 수치 매칭 아님). ZigZag 등 기존 도구와 7/7 일치, 42 curves / 7 아키텍처 / 12 families에서 97.6% trend 일치, fitting 없음. → 이 파트의 모든 수치는 'ideal roofline 하한'(달성 가능한 최선)으로 읽어야 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42816"/>
            <a:ext cx="731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실험 조건 (전 Part C 공통) — 모두 명시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HW twin — H100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HBM3 대역폭 3.35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peak 0.99 PF (989 TFLOPS, bf16)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ridge 295 FLOP/byte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10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baseline L2 50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model — 1 HOPE block (B=1)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 = 2048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 5 memory: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  {M_k,M_v,M_η,M_α: d², M_mem: 2d²}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CMS 3 레벨 (각 d→4d→d MLP)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state(RMW) 134 MB · weights 277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617720"/>
            <a:ext cx="347472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가정 (assumptions)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decode C=1 (토큰당)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kernel launch time =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gradient는 chunk 시작 상태에서 평가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출력은 갱신 전(pre-update) MLP forward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수치 = max(FLOP/peak, bytes/BW)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block의 전 연산 (H100 트윈, d=2048, C=1) — 21개 op을 4단계로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3749039" cy="402336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입력 X  [1, d]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0" y="1746503"/>
            <a:ext cx="0" cy="13716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874519"/>
            <a:ext cx="5760720" cy="676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① 투영 (self-mod Titans) · GEMM · 17.5µs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q=X·Wq(static) · k=M_k(X) · v=M_v(X) · η=M_η(X) · α=M_α(X)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2542032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670048"/>
            <a:ext cx="5760720" cy="5486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② M_mem MLP forward (pre-update) · 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o = M_mem(q) — 갱신 '전' 메모리 MLP forward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209544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3337560"/>
            <a:ext cx="5760720" cy="78638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③ update 5 memory · 60µs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memory: compute(GEMM 20µs) + DGD-apply(state RMW 40µs). RMW = memory-bound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4114800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242816"/>
            <a:ext cx="5760720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④ CMS 사슬 · 120µs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L1→L2→L3 fwd (20×3=60µs) + L1 update(compute 20 + DGD-apply RMW 40µs)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325880"/>
            <a:ext cx="516636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41732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op-time 분해 (합계 202.8µs, ideal 하한)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87451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① 투영 GEMM (q·k·v·η·α)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187451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17.5µs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24027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② M_mem forward o=M_mem(q) [pre-update]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224027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5.0µs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60603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③ update-compute (5 memory, GEMM)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260603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97179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③ DGD-apply (5 memory, state RMW)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97179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33755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L1/L2/L3 fwd (d→4d→d)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333755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60.0µs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70332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 update-compute (GEMM)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370332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6908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④ CMS L1 DGD-apply (state RMW)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406908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4590288"/>
            <a:ext cx="4800600" cy="38404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memory-bound RMW 합 = 80µs (전체의 40%)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5780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compute(GEMM)는 텐서코어로 싸지만, state RMW(빨강) 80µs가 단일 최대 비용 덩어리 — 이게 decode를 memory-bound로 만든다.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roofline &amp; 병목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decode C=1은 roofline 왼쪽(memory-bound) — state를 매 토큰 HBM에서 RMW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8863"/>
            <a:ext cx="5925312" cy="189902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roo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5439"/>
            <a:ext cx="5852160" cy="18258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663440"/>
            <a:ext cx="5852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(a) block AI vs chunk C — ridge 295 아래 = memory-bound  (b) op별 시간  (c) baseline vs HBM-PIM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166360" cy="14173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memory-bound인가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block의 arithmetic intensity = FLOP/bytes = 1.08e9 / 6.80e8 ≈ 1.6 FLOP/byte.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H100 ridge = 295 FLOP/byte보다 한참 낮다 → 대역폭이 병목(roofline 왼쪽).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880360"/>
            <a:ext cx="5166360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병목의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state(134MB, RMW되는 부분) + weights(277MB)를 매 토큰 HBM(3.35TB/s)에서 읽어야 한다. 이상적으로도 411MB / 3.35TB/s ≈ 123µs는 대역폭에 묶인다 → block당 ~203µs.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4206240"/>
            <a:ext cx="5166360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다음(C4)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compute를 키워도 소용없다. 답은 '대역폭↑'(zHBM) 또는 'state를 on-chip에 상주'(SRAM). PIM은 in-bank 연산이 이 RMW엔 너무 느리다.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12080"/>
            <a:ext cx="5852160" cy="5943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H100 트윈 spec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HBM3 3.35 TB/s · peak 0.99 PF · ridge 295 FLOP/B · SRAM 10 TB/s · L2 50 MB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Open Questions (1/2) — 저자가 직접 남긴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세 논문이 본문·결론에서 스스로 인정한 미해결점 (명시된 open point)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310896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Noto Sans CJK KR"/>
              </a:rPr>
              <a:t>NL / HOPE — 2512.24695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73352"/>
            <a:ext cx="5486400" cy="1060704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① "Catastrophic forgetting은 안 풀렸다"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결론 자문자답: 망각은 압축의 자연 귀결(유한 용량의 대가) — "NL은 destination이 아니라 roadmap." 진전은 static 심화가 아니라 levels(주파수) 축 활용에서 온다.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88920"/>
            <a:ext cx="5486400" cy="1060704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② parametric ⊀ attention (동일 objective·space)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같은 L2 목적·같은 search space(행렬 메모리)라면 modern RNN은 스케일에서 softmax attention을 못 이김 — 이길 축은 계산 깊이·self-modification이라는 프레임만 제시(discussion §).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04487"/>
            <a:ext cx="5486400" cy="1060704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③ 열린 설계공간 (sweep 미탐색)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hybrid·multi-head · SMT memory depth(현 2-layer) · inner-opt DGD→Momentum/M3/Muon · chunk-size 다주파수 — "제한 없다"면서 실험은 2값만(§8.2).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325880"/>
            <a:ext cx="5486400" cy="310896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Noto Sans CJK KR"/>
              </a:rPr>
              <a:t>Sleep — 2606.03979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73352"/>
            <a:ext cx="548640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④ 반복 self-improvement의 실패모드 (부록)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privileged conditioning이 epistemic verbalisation을 억압 → OOD 최대 40%↓(Qwen3-8B 등); naive 반복 self-distillation은 정보누출·training collapse. Sleep의 2단 분리(consolidate→dream)는 위험을 "줄일(reduce)" 뿐, 제거를 주장하지 않음.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3172968"/>
            <a:ext cx="5486400" cy="310896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Noto Sans CJK KR"/>
              </a:rPr>
              <a:t>Memory Caching — 2602.24281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520440"/>
            <a:ext cx="5486400" cy="649224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⑤ future work = 표현력 있는 pooling/routing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결론 한 줄로 인정 — 현재는 MeanPooling·단순 게이트로 단순화. recall 왕좌는 여전히 Transformer(격차를 좁힐 뿐).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233672"/>
            <a:ext cx="5486400" cy="7315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⑥ 체크포인트 vs 독립 압축기 = "각자 장단"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§3.4: 이어달리는 스냅샷이냐 세그먼트별 독립 메모리냐 — 정답 없이 과제 의존으로 열어 둠(이 선택이 consolidation teacher 선택과 직결).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138928"/>
            <a:ext cx="11183112" cy="56692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다음 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여기까지는 저자들이 "봤다"고 말한 것. 다음 장 = 저자들이 언급조차 하지 않은 이음새 — 그 침묵이 곧 우리가 채울 자리.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1121F"/>
                </a:solidFill>
                <a:latin typeface="Noto Sans CJK KR"/>
              </a:rPr>
              <a:t>Open Questions (2/2) — 논문이 침묵하는 것 = 우리가 채울 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저자가 명시조차 하지 않은 이음새 — 공동연구의 표적 (하나의 빈칸으로 수렴)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96926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무엇을 옮기나 — 선별(what)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MC는 침묵; Soup 평균이 '언제' 성립하는지 무답 → NSTM ablation이 사후 답(분해 안 된 fast weight의 평균은 붕괴 27.77→20.25).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325880"/>
            <a:ext cx="5486400" cy="96926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언제 옮기나 — 트리거(when)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고정 주기(NSTM 1Hz)·고정 wake/sleep 경계만 — surprise·불일치·memory-only probe 실패 기반 learned trigger는 무탐색(NSTM도 '갱신 사이 사건 놓침'을 한계로 인정).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68296"/>
            <a:ext cx="5486400" cy="96926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어디로 옮기나 — 계층(where)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CMS(주파수)×Sleep expert(수명)×MC(이력) 세 축은 직교하지만 동시 사용·상호작용은 어느 논문도 다루지 않음.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2368296"/>
            <a:ext cx="5486400" cy="96926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언제 잊나 / 용량(capacity)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expert slot 소진 시 대책 무명시; 망각을 '용량 부족'으로 재정의하고 파라미터 성장으로 대응하나 장기 성장 지속가능성은 침묵.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10712"/>
            <a:ext cx="11183112" cy="78638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얼마나 드나 — 시스템 비용(cost)  ⟵ 논문들이 통째로 비운 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MC 캐시 N개의 per-user 서빙 상태 회계, read(매 토큰)/write(주기) 비대칭의 하드웨어 비용, tiered memory 배치 — 전부 알고리즘 논문 밖. "무엇·언제·어디로 옮기고 언제 잊나"는 순수 알고리즘 문제가 아니라 memory-tier HW와 얽힌 co-design 문제다.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06824"/>
            <a:ext cx="11183112" cy="7315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최고 단서 — NSTM(2607.15271)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consolidation 전에 기억을 invariant/contextual로 분해하면 단순 산술평균조차 강한 안정화가 된다(29.24→30.09) + memory-only probe로 '내재화' 검증 — 위 다섯 침묵을 관통하는 실마리(단, fast→slow backbone 이전은 미해결).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148072"/>
            <a:ext cx="11183112" cy="5669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→ 우리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 침묵 지점들이 곧 제안의 표적 — MEMOIR로 시스템 비용을 정량화하고, NSTM 분해 원리를 서빙 스케줄·tiered eviction으로 옮긴다(→ 공동연구 제안).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