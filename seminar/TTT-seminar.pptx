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MAC 블록의 chunk-C 병렬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forward+backward를 gate out까지 · shape 명시 (선형 메모리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shape: X∈ℝ^{C×d}(청크 C토큰) · W_Q,W_K,W_V∈ℝ^{d×d} · 메모리 M^{(t)}∈ℝ^{d×d}(청크 시작, frozen) · persistent P∈ℝ^{N_p×d} · gate w_η,w_α,w_θ∈ℝ^{d}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2d116c67ff024f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66672"/>
            <a:ext cx="5032248" cy="19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98280" y="146304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GEMM — gate 산출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f499130aa94003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045208"/>
            <a:ext cx="2825496" cy="188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193852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(read)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3230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29578cd926351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510028"/>
            <a:ext cx="3764279" cy="2103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98280" y="241401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(attention)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07792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775c312045c3f5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996184"/>
            <a:ext cx="3959352" cy="188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98280" y="2889504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예측오차 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384048" cy="384048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75a36dda47f06e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465576"/>
            <a:ext cx="3858768" cy="2011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98280" y="3364992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backward, GEMM 1회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384048" cy="38404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d8d1ff4e2900c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3953256"/>
            <a:ext cx="4187952" cy="1767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98280" y="384048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임계경로 (scan)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34256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⑦</a:t>
            </a:r>
          </a:p>
        </p:txBody>
      </p:sp>
      <p:pic>
        <p:nvPicPr>
          <p:cNvPr id="25" name="Picture 24" descr="9d9fcf6669f844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367784"/>
            <a:ext cx="4175760" cy="298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98280" y="431596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cumprod→matmul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974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⑧</a:t>
            </a:r>
          </a:p>
        </p:txBody>
      </p:sp>
      <p:pic>
        <p:nvPicPr>
          <p:cNvPr id="28" name="Picture 27" descr="78576496bb5e244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60" y="4887468"/>
            <a:ext cx="2785872" cy="210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98280" y="479145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최종 출력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358384"/>
            <a:ext cx="11183112" cy="93268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왜 '동시에' 되나 (backward의 병렬화)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C개 토큰의 gradient(⑤)를 모두 '같은 chunk-start 메모리 M^{(t)}'에서 평가하므로 순차 backprop이 아니라 GEMM 1회(G=(θ⊙E)ᵀK̂)로 병렬화. 유일한 순차 임계경로는 ⑥ momentum scan(깊이 log C). deep(MLP) 메모리도 골격 동일 — 각 층 gradient를 chunk 시작 가중치에서 batched backprop. (선형 메모리 기준 shape 전개 — 원논문 Fig.1 chunkwise 병렬화의 shape화, 일부 추론.)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optimizer(Delta Momentum·DMGD·M3)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C0 ·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무엇으로 뽑았고, 왜 신뢰할 수 있나 — HAT HW schema + HATIR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 HW schema — 가속기의 '디지털 트윈'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가속기를 기술하는 정식 스키마(SoT). die/PE 내부(SM→ALU→ISA), 메모리 계층(HBM/L2/SRAM의 대역폭·용량), peak FLOPS를 담는다.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벤더 spec(여러 번 교차검색해 신뢰).  output: .hw JSON '트윈'.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검증: schema의 verify(committee). — 증거: 수정 안 한 vLLM이 이 트윈(가짜 device)을 진짜로 믿고 구동.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HATIR — 순수 비용(cost) 모델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HAT IR 기반 비용 모델. 트윈과 workload를 받아 roofline 기반 시간·에너지를 낸다.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HW twin(.hw) + workload trace(연산 DAG).  output: 시간·에너지의 ideal 하한.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특징: magic derate·regression fitting 없이 독립 물리 요소로 분해(냉정한 하한).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84124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신뢰성 원칙 — 절대값이 아니라 'trend 정합'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정합 = 여러 시나리오에서 trend 일관성(절대 수치 매칭 아님). ZigZag 등 기존 도구와 7/7 일치, 42 curves / 7 아키텍처 / 12 families에서 97.6% trend 일치, fitting 없음. → 이 파트의 모든 수치는 'ideal roofline 하한'(달성 가능한 최선)으로 읽어야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42816"/>
            <a:ext cx="731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실험 조건 (전 Part C 공통) — 모두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HW twin — H100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HBM3 대역폭 3.35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peak 0.99 PF (989 TFLOPS, bf16)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ridge 295 FLOP/byte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10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baseline L2 50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model — 1 HOPE block (B=1)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 = 2048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 5 memory: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  {M_k,M_v,M_η,M_α: d², M_mem: 2d²}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CMS 3 레벨 (각 d→4d→d MLP)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state(RMW) 134 MB · weights 277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617720"/>
            <a:ext cx="347472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가정 (assumptions)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decode C=1 (토큰당)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kernel launch time =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gradient는 chunk 시작 상태에서 평가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출력은 갱신 전(pre-update) read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수치 = max(FLOP/peak, bytes/BW)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block의 전 연산 (H100 트윈, d=2048, C=1) — 21개 op을 4단계로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3749039" cy="402336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입력 X  [1, d]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746503"/>
            <a:ext cx="0" cy="13716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74519"/>
            <a:ext cx="5760720" cy="676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① 투영 (self-mod Titans) · GEMM · 17.5µs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q=X·Wq(static) · k=M_k(X) · v=M_v(X) · η=M_η(X) · α=M_α(X)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542032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670048"/>
            <a:ext cx="5760720" cy="5486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② read (pre-update) · 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o = M_mem(q) — 갱신 '전' 메모리에서 읽는다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209544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337560"/>
            <a:ext cx="5760720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③ update 5 memory · 60µs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memory: compute(GEMM 20µs) + DGD-apply(state RMW 40µs). RMW = memory-bound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4114800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242816"/>
            <a:ext cx="5760720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④ CMS 사슬 · 120µs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L1→L2→L3 fwd (20×3=60µs) + L1 update(compute 20 + DGD-apply RMW 40µs)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325880"/>
            <a:ext cx="516636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41732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op-time 분해 (합계 202.8µs, ideal 하한)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87451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① 투영 GEMM (q·k·v·η·α)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187451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17.5µs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24027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② read o=M_mem(q) [pre-update]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224027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5.0µs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0603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③ update-compute (5 memory, GEMM)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260603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97179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③ DGD-apply (5 memory, state RMW)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97179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33755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L1/L2/L3 fwd (d→4d→d)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333755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60.0µs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0332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 update-compute (GEMM)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370332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6908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④ CMS L1 DGD-apply (state RMW)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406908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4590288"/>
            <a:ext cx="4800600" cy="38404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memory-bound RMW 합 = 80µs (전체의 40%)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780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compute(GEMM)는 텐서코어로 싸지만, state RMW(빨강) 80µs가 단일 최대 비용 덩어리 — 이게 decode를 memory-bound로 만든다.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roofline &amp; 병목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decode C=1은 roofline 왼쪽(memory-bound) — state를 매 토큰 HBM에서 RMW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8863"/>
            <a:ext cx="5925312" cy="189902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439"/>
            <a:ext cx="5852160" cy="1825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5852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(a) block AI vs chunk C — ridge 295 아래 = memory-bound  (b) op별 시간  (c) baseline vs HBM-PIM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166360" cy="14173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memory-bound인가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block의 arithmetic intensity = FLOP/bytes = 1.08e9 / 6.80e8 ≈ 1.6 FLOP/byte.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H100 ridge = 295 FLOP/byte보다 한참 낮다 → 대역폭이 병목(roofline 왼쪽).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80360"/>
            <a:ext cx="5166360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병목의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state(134MB, RMW되는 부분) + weights(277MB)를 매 토큰 HBM(3.35TB/s)에서 읽어야 한다. 이상적으로도 411MB / 3.35TB/s ≈ 123µs는 대역폭에 묶인다 → block당 ~203µs.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4206240"/>
            <a:ext cx="5166360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다음(C4)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compute를 키워도 소용없다. 답은 '대역폭↑'(zHBM) 또는 'state를 on-chip에 상주'(SRAM). PIM은 in-bank 연산이 이 RMW엔 너무 느리다.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5852160" cy="5943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H100 트윈 spec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HBM3 3.35 TB/s · peak 0.99 PF · ridge 295 FLOP/B · SRAM 10 TB/s · L2 50 MB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