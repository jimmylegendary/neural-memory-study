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Relationship Id="rId7" Type="http://schemas.openxmlformats.org/officeDocument/2006/relationships/image" Target="../media/image6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MAC 블록의 chunk-C 병렬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forward+backward를 gate out까지 · shape 명시 (선형 메모리 기준)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shape: X∈ℝ^{C×d}(청크 C토큰) · W_Q,W_K,W_V∈ℝ^{d×d} · 메모리 M^{(t)}∈ℝ^{d×d}(청크 시작, frozen) · persistent P∈ℝ^{N_p×d} · gate w_η,w_α,w_θ∈ℝ^{d}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2d116c67ff024f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66672"/>
            <a:ext cx="5032248" cy="19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98280" y="146304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GEMM — gate 산출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56816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f499130aa94003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045208"/>
            <a:ext cx="2825496" cy="188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280" y="193852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(read)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3230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29578cd926351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510028"/>
            <a:ext cx="3764279" cy="2103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98280" y="241401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(attention)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07792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775c312045c3f5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2996184"/>
            <a:ext cx="3959352" cy="1889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98280" y="2889504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예측오차 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384048" cy="384048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75a36dda47f06e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465576"/>
            <a:ext cx="3858768" cy="20116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98280" y="3364992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backward, GEMM 1회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384048" cy="38404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d8d1ff4e2900c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3953256"/>
            <a:ext cx="4187952" cy="1767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98280" y="3840480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임계경로 (scan)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34256"/>
            <a:ext cx="384048" cy="38404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⑦</a:t>
            </a:r>
          </a:p>
        </p:txBody>
      </p:sp>
      <p:pic>
        <p:nvPicPr>
          <p:cNvPr id="25" name="Picture 24" descr="9d9fcf6669f844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1560" y="4367784"/>
            <a:ext cx="4175760" cy="298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098280" y="4315968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cumprod→matmul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9744"/>
            <a:ext cx="384048" cy="38404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⑧</a:t>
            </a:r>
          </a:p>
        </p:txBody>
      </p:sp>
      <p:pic>
        <p:nvPicPr>
          <p:cNvPr id="28" name="Picture 27" descr="78576496bb5e244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60" y="4887468"/>
            <a:ext cx="2785872" cy="2103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98280" y="4791456"/>
            <a:ext cx="260604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최종 출력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358384"/>
            <a:ext cx="11183112" cy="93268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왜 '동시에' 되나 (backward의 병렬화)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C개 토큰의 gradient(⑤)를 모두 '같은 chunk-start 메모리 M^{(t)}'에서 평가하므로 순차 backprop이 아니라 GEMM 1회(G=(θ⊙E)ᵀK̂)로 병렬화. 유일한 순차 임계경로는 ⑥ momentum scan(깊이 log C). deep(MLP) 메모리도 골격 동일 — 각 층 gradient를 chunk 시작 가중치에서 batched backprop. (선형 메모리 기준 shape 전개 — 원논문 Fig.1 chunkwise 병렬화의 shape화, 일부 추론.)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test-time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추론 중에도 gradient로 메모리를 계속 학습(학습 도구를 추론 안으로).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neural memory (LMM)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= 작은 MLP의 weights, 그 weights가 곧 recurrent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surprise =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지금 토큰이 얼마나 놀라운가 = 손실의 gradient 크기 → 클수록 세게 저장.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momentum = surprise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과거 surprise 누적. optimizer 내부 state를 sequence의 recurrent state로 승격.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forgetting / weight decay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α로 오래된 기억 감쇠. Mamba-2·GDN의 gate를 깊은 memory로 일반화.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outer vs inner loop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gate '함수'는 pre-training에서 고정, '값'은 추론 중 매 토큰. decode=fwd+bwd+update+read.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 병렬화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안 gradient를 chunk-start 가중치에서 동시 평가 → GEMM/scan. C=arithmetic intensity.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MAC/MAG/MAL · 일정 state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메모리를 아키텍처에 꽂는 3방식. state는 문맥 길이와 무관하게 일정(vs KV cache).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메모리를 weights로 보고 surprise(gradient)+momentum+forget으로 test-time에 학습 — 깊은 MLP인데도 chunkwise로 병렬화.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associative memory 관점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시퀀스 모델 = key→value 연상 = 무언가를 최소화하는 online 최적화.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내부 목적함수 L = '무엇을 우선해 기억하나'. dot-product·L2·Lp·robust.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 (not forgetting)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'지우기'가 아니라 '유지 vs 학습'의 저울질. long-context를 좌우하는 결정적 레버.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4축 설계공간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architecture · attentional bias · retention · learning algorithm.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전부가 이 공간의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덧쓰기(dot-product)·고쳐쓰기(L2)·비압축(softmax)이 bias 축의 세 좌표.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비압축 극한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L2를 비모수적으로 푼 극한 → retention 없음 → KV가 길이에 비례 증가.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Moneta/Yaad/Memora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 / Huber(robust) / KL(simplex) 인스턴스. optimizer는 일부러 plain GD.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retention-as-renormalization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KL retention(Memora)은 softmax 갱신 → state가 항상 정규화되어 발산 불가.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시퀀스 모델을 4축으로 분해한 '지도' — 무엇을·무엇을 잊고·어떤 구조로·어떤 알고리즘으로. 이후 모든 논문의 좌표계.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context memorization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token 하나가 아니라 '최근 문맥 전체'를 함께 기억(목표를 바꿈).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window c의 gated 합 최소화 = rank-c 수정(delta rule의 window 일반화). c=1이면 Titans.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 capacity 이론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행렬 memory = O(d_k). state 키움 ≠ 용량 늘림(이 계보 최초의 형식 정의).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feature map φ_p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차원을 d_kᵖ로 올려 용량 상한을 옮김. optimizer와 직교하는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softmax = 무한 용량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무한 차원 feature의 associative memory. attention이 이기는 이유 = 용량 차이.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Muon (근사 2차)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Newton-Schulz로 update를 semi-orthogonal화 = 2차 정보 근사.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κ = test-time compute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NS 반복수. state 안 건드리고 연산↔품질을 교환하는 dial.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Transformer 재유도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attention=kernel regression → DeepTransformers·Dot(error-correcting attention).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'무엇을 얼마나 잘 기억하는가'의 정점 — 목표(Omega)·용량(feature map)·관리(Muon)를 이론까지 갖춰 채움.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크기 하나가 품질과 속도를 동시에 결정한다 (= 훈련 경제학)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chunkwise-parallel training의 트레이드오프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C개 token을 묶어 'chunk 시작 상태'에서 모든 gradient를 한꺼번에 계산(GPU가 놀지 않게).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C↑ → matmul 커져 하드웨어 잘 돎, 그러나 gradient가 stale(낡음) → 근사 품질↓.   C↓ → gradient 신선하나 연산이 잘게 쪼개져 하드웨어가 논다 (작은 chunk = peak 대비 5~10% 미만 = MFU 한 자릿수).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1 — 비선형 recurrence는 병렬화가 안 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deep memory는 fine-grained 위해 작은 chunk를 원하는데 그럼 memory-bound.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linear attn는 SRAM 상주 chunk kernel로 회피하나, 그 kernel은 '선형 상태 전이'에 의존. MLP+LayerNorm 비선형 recurrence엔 이식 불가(parallel scan 불가).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50592"/>
            <a:ext cx="54864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Challenge 2 — write/read 도메인 shift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write는 k→v로 학습되는데 읽을 땐 query q로 읽는다 → 학습 함수의 입력 domain 밖에서 평가 → retrieval 품질↓.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attention엔 이 문제가 구조적으로 없다(q·모든 k 내적을 명시적으로). 압축 memory로 넘어올 때만 생기는 세금.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39"/>
            <a:ext cx="11183112" cy="548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Challenge 3 — chunk-size mismatch (다음 슬라이드에서 그림으로)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chunk와 서빙 chunk가 달라지면 품질이 무너진다.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가설 (한 문장)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훈련 효율과 inference 성능을 '하나의 chunk 크기'가 동시에 결정하게 놔두지 말고, 두 단계로 분리(decouple)하라. TNT = 'Titans iNside Titans' — memory 안에 memory를 중첩.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chunk-size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실증 발견: 비대칭 V자 절벽 (훈련 해상도에 over-specialize)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550M Titans(C=64로 pre-train), inference chunk만 바꿔 측정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V자 곡선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바닥이 정확히 훈련 때 쓴 C=64에 걸림 (ppl 13.78, 최적). 양쪽으로 벗어나면 급격히 악화.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충격: 더 작은 chunk = 더 신선한 gradient = 더 좋아야 상식적. 그런데 C=8에서 ppl 36.45로 2.6배 폭발.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926080"/>
            <a:ext cx="5394960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치명적인가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이상적 서빙 = decode에서 chunk=1(매 token 온라인 갱신).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큰 chunk로 싸게 훈련한 모델은 chunk=1 근처에서 품질이 무너진다 → 그 이상적 서빙으로 직행할 수가 없다.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그림은 TNT 원저자 Figure 2이고 우리 스터디 실측이 아니다. 절대 수치보다 '비대칭 V자 절벽'이라는 방향성을 기억. (Titans가 제기조차 안 했던 train/serve 불일치가 여기서 정면으로 드러난다.)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global/local 계층 +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reset이 병렬화 불가능한 비선형 사슬을 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963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6206" y="1371600"/>
            <a:ext cx="2025507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Stage 1: global(위, 큰 chunk 순차) + N개 local(아래, reset·병렬). Q-K는 local에만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global 1개: 큰 chunk(2048)로 sequence 전체 순차 관통 → long-range 보존, 드물고 큰 dense matmul = compute-bound (16K에 8번 handoff).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local N개: 학습된 초기상태에서 주기적 reset → 대량 병렬, fine-grained 담당.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2344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reset이 핵심인 이유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비선형 recurrence는 parallel scan 불가(결합법칙 없음). reset이 그 사슬을 끊어 각 shard가 독립 → 여러 장치·batch 축으로 병렬.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1121F"/>
                </a:solidFill>
                <a:latin typeface="Noto Sans CJK KR"/>
              </a:rPr>
              <a:t>대가: local은 shard 경계에서 다 잊음 → global이 보전 (ablation: global 빼면 21→25.6 붕괴).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4023360"/>
            <a:ext cx="5806440" cy="6583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W_init의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reset 지점이 0이 아니라 '학습된' 초기상태 W_init(meta-learn된 prior). Titans에서 암묵적이던 초기상태가 reset을 살아남게 하는 핵심 부품으로.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82296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reset = sequence 축을 잘라 '진짜 batch 축'으로 되돌리는 연산. 병렬성을 사기 위해 local의 기억을 주기적으로 태우고, 그 보험을 저해상도 global에 든다.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Q-K projection + 2-stage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train-big / serve-small: chunk를 두 독립 knob으로 분리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 (Challenge 2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query를 그대로 memory에 넣지 말고, 지금까지 관측된 key들이 스팬하는 부분공간으로 사영한 뒤 넣는다.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사영 행렬 Π_t = Σ k·kᵀ 를 매 token rank-1로 누적(과거 key 저장 불필요, 상수 크기). = KV cache append의 rank-1 GEMM 대응물, Π·q는 mat-vec 한 번. domain shift에 민감한 local에만 붙고 global은 raw query.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Stage 2 (Challenge 3 처방)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Stage1(큰 chunk)로 싸게 pre-train 끝낸 뒤, 작은 local chunk로 짧게 fine-tune.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놀라운 관찰: 이 짧은 fine-tuning이 mismatch를 교정할 뿐 아니라 원래 성능을 넘어선다. 비용은 pre-training의 5~8%뿐.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train-big / serve-small 레시피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이상 목표 chunk=1 → autoregressive 서빙과 정확히 맞물림.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global이 큰 chunk dense 연산으로 prompt 흡수(prefill), Stage2로 적응된 local이 생성 중 token마다 갱신(decode).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89120"/>
            <a:ext cx="11183112" cy="9601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성취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크기가 더 이상 '하나의 타협값'이 아니라, Stage1의 throughput knob과 Stage2의 해상도 knob이라는 서로 독립인 두 knob이 된다. '싸게 학습 + 정확한 서빙'이 동시에 가능.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같은 chunk끼리도 7.7배 → 이득의 원천은 구조 자체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070" y="1335024"/>
            <a:ext cx="390581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46" y="1371600"/>
            <a:ext cx="38326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runtime: 순수 JAX인데 32K에서 FlashAttention을 step당 이김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4173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속도 · 품질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목표 loss 3.20 도달: Titans(C=8) ~19.5h vs TNT ~1.1h = 17.37배. 같은 chunk 8끼리도 7.7배 → 원천은 chunk 키움이 아니라 구조.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150M/10B: Stage1만으로 모든 RNN baseline+vanilla Transformer ppl 이김, Stage2가 더 내림. reasoning은 Gated Transformer까지.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80360"/>
            <a:ext cx="539496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ablation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local 1→4개 ppl 단조 개선(20.15). global 빼면 25.6 붕괴. Q-K projection 빼면 ~1 ppl 손해. 역할 분담이 실증됨.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913632"/>
            <a:ext cx="539496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모든 검증이 momentum·gating·Muon을 제거한 '단순화 Titans' 위, 150M/10B(이 라인 최소 규모). 본류 모델과의 합성은 미측정.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553212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kernel 이전에 구조가 승부를 갈랐다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custom kernel 최적화된 Gated Transformer는 아직 못 이기지만, TNT는 custom kernel 없는 순수 JAX인데도 32K에서 FlashAttention을 step당 이겼다.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이미 세 개의 update frequency로 도는 시스템 → Nested Learning의 씨앗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TNT가 base 4부작에 남긴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계열이 대규모로 갈 수 있도록 '훈련 경제학의 바닥'을 깔았다. TNT는 표현력이 아니라 훈련 경제학을 푼 systems 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결정적 관념 — 이미 세 개의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global은 2048 token마다, local은 매 token마다, W_init·slow weights는 훈련에서만 갱신된다.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그리고 느린 시간 스케일에 주차된 지식(global·W_init)이 빠른 스케일의 reset에서 살아남는다.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다음으로의 연결 — 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TNT에게 이건 그냥 공학적 방편이었다 — '왜 이게 모델 전체의 조직 원리여야 하는지'는 말하지 않았다.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다음 논문 Nested Learning이 그 선언을 한다: 모델과 훈련 절차 전체가 '각자의 update frequency로 자기 context를 압축하는 중첩 optimization 문제들의 시스템'.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TNT의 global/local 이분 → CMS의 주파수 연속체로, TNT의 reset → NL의 re-initialization으로, 하중을 받게 된 W_init → 다섯 knowledge-transfer 기제 중 하나로 분류된다.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49240"/>
            <a:ext cx="11183112" cy="4572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여기까지가 base 4부작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이제 집중해서 볼 두 논문(HOPE·Sleep)으로 들어간다.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훈련 경제학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 크기 C가 품질과 속도를 동시에 결정. 작은 chunk = MFU 한 자릿수.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chunk-size mismatch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train/serve chunk가 다르면 품질 붕괴(V자 절벽, C=8에서 2.6배 폭발).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global/local 계층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global(큰 chunk 순차, long-range) + local(reset, 병렬, fine-grained).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periodic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병렬화 불가한 비선형 사슬을 끊어 batch 축으로. 대가는 global이 보전.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W_init 승격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reset 지점 = meta-learn된 초기상태. reset을 살아남게 하는 핵심 부품.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Q-K projection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query를 관측 key 부분공간으로 사영(Π=Σk kᵀ). write/read domain shift 처방.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2-stage: train-big/serve-small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chunk를 throughput knob과 해상도 knob 두 독립 knob으로 분리.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서로 다른 update frequency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global·local·W_init이 각자 주기로 갱신 = NL의 씨앗.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표현력이 아니라 '훈련 경제학의 바닥'을 깐 systems 편 — 서로 다른 update frequency 계층이 다음 논문(NL)의 씨앗.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optimizer(Delta Momentum·DMGD·M3)로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문제와 통찰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지금까지 'layer 하나'만 바꿔 왔다 — 그것을 훈련시키는 '배경'을 설계 대상으로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1 — layer 하나만 바꿔 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Titans/Miras/Atlas/TNT는 전부 'sequence layer 하나'의 성분(objective·retention·optimizer·훈련경제학)을 바꾼 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그런데 그 layer를 바깥에서 훈련시키는 AdamW·momentum·backpropagation은 한 번도 설계 공간에 안 들어온 '고정 배경'이었다.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6916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2 — LLM은 정적이다 (anterograde amnesia)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배포 후 지식이 사는 곳은 딱 둘: 지금의 context window(KV cache)와 pre-training 때 얼어붙은 MLP weights.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context 정보가 장기저장소(FFN)까지 못 가고 window가 밀려나면 사라진다 = 새 장기기억을 못 만드는 기억상실.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핵심 통찰 — backprop도 memory다 (이 슬라이드만 가져가도 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'모델과 그것을 학습시키는 절차는 서로 다른 두 물건이 아니라, 하나의 중첩된 다층 최적화 시스템이다.'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안에서 backpropagation·momentum·Adam·Muon이 전부 gradient에 대한 associative memory다. 특히 backprop은 자기 target을 스스로 만드는 self-referential memory라 병렬화가 안 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질문의 단위가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'layer'가 아니라 '모델 전체 + 훈련 절차 전체'가 하나의 설계 대상. 각 level은 자기 context flow를 자기 주기로 압축하는 associative memory. (TNT가 남긴 '서로 다른 주기의 계층' 힌트를 조직 원리로 승격.)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메모리'(Delta Momentum · Deep Momentum GD · M3 — 다음 3장)로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Momentum — momentum에 delta rule을 — 데이터 의존 감쇠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momentum은 gradient를 '그냥 더해' 저장(덧쓰기) → 곡률이 바뀌면 오래된 방향이 남아 느리다. momentum buffer를 연상 메모리로 보고 내부 목적을 L2 regression으로 바꾼다.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momentum (덧쓰기)</a:t>
            </a:r>
          </a:p>
        </p:txBody>
      </p:sp>
      <p:pic>
        <p:nvPicPr>
          <p:cNvPr id="7" name="Picture 6" descr="85d745594f0cd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56293"/>
            <a:ext cx="8001000" cy="42634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내부목적을 L2로 (delta rule)</a:t>
            </a:r>
          </a:p>
        </p:txBody>
      </p:sp>
      <p:pic>
        <p:nvPicPr>
          <p:cNvPr id="9" name="Picture 8" descr="61a48ce3bcbbd8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3055246"/>
            <a:ext cx="8001000" cy="5463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최종 형태</a:t>
            </a:r>
          </a:p>
        </p:txBody>
      </p:sp>
      <p:pic>
        <p:nvPicPr>
          <p:cNvPr id="11" name="Picture 10" descr="84a62c7af6c9af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931301"/>
            <a:ext cx="8001000" cy="3121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고정 μ 감쇠 → gradient에 따라 변하는 '데이터 의존 감쇠'. linear attention→DeltaNet 전환의 optimizer 버전이며, 진동하는 곡률(Fig.4)에서 표준 momentum보다 빨리 수렴. (형태는 논문 서술 기반, β_t 산출식은 추론.)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Deep Momentum GD (DMGD) — momentum을 MLP로 승격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momentum은 과거 gradient의 '선형' 요약만 저장. deep memory가 token에 했던 것처럼, momentum을 MLP로 올려 gradient의 '비선형' 사상까지 저장한다.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momentum (선형)</a:t>
            </a:r>
          </a:p>
        </p:txBody>
      </p:sp>
      <p:pic>
        <p:nvPicPr>
          <p:cNvPr id="7" name="Picture 6" descr="4a8d68185695dc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87898"/>
            <a:ext cx="8001000" cy="36313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momentum→MLP (deep)</a:t>
            </a:r>
          </a:p>
        </p:txBody>
      </p:sp>
      <p:pic>
        <p:nvPicPr>
          <p:cNvPr id="9" name="Picture 8" descr="78cf53af39e8b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3116984"/>
            <a:ext cx="8001000" cy="4228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따름정리 → Muon</a:t>
            </a:r>
          </a:p>
        </p:txBody>
      </p:sp>
      <p:pic>
        <p:nvPicPr>
          <p:cNvPr id="11" name="Picture 10" descr="04bba054657d39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3899404"/>
            <a:ext cx="8001000" cy="37592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optimizer의 기억 표현력을 키움(Atlas의 feature-map·deep-memory를 gradient에 적용). Muon = '비선형 출력을 단 Hebbian momentum'이 여기서 특수 사례로 튀어나온다. (Muon 특수사례는 논문 명시, MLP 학습식은 추론.)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Expressive Optimizer (3/3)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M3 — CMS 원리를 gradient에 — 여러 주기의 momentum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동기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표준 momentum은 '단일 시간 주기' 하나로 과거를 요약. CMS 원리(여러 주파수)를 gradient에 적용해 momentum을 서로 다른 주기 여러 개로 나눈다.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31136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① 표준 momentum (단일 주기)</a:t>
            </a:r>
          </a:p>
        </p:txBody>
      </p:sp>
      <p:pic>
        <p:nvPicPr>
          <p:cNvPr id="7" name="Picture 6" descr="6e29b603738d2e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332514"/>
            <a:ext cx="8001000" cy="4738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990088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② CMS = 여러 주파수</a:t>
            </a:r>
          </a:p>
        </p:txBody>
      </p:sp>
      <p:pic>
        <p:nvPicPr>
          <p:cNvPr id="9" name="Picture 8" descr="4cbd3c00c14495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3077472"/>
            <a:ext cx="8001000" cy="50188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3749039"/>
            <a:ext cx="2880360" cy="676656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9A227"/>
                </a:solidFill>
                <a:latin typeface="Noto Sans CJK KR"/>
              </a:rPr>
              <a:t>③ 결합</a:t>
            </a:r>
          </a:p>
        </p:txBody>
      </p:sp>
      <p:pic>
        <p:nvPicPr>
          <p:cNvPr id="11" name="Picture 10" descr="ff0d0a39277d58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421" y="3749039"/>
            <a:ext cx="4192476" cy="67665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535424"/>
            <a:ext cx="11183112" cy="1819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최종 형태의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시간 스케일의 momentum을 결합 = 'momentum의 CMS'. ViT 학습(Fig.11/12)에서 AdamW·Muon 대비 개선. (개념은 논문 명시, 정확한 결합식은 추론.)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ICL은 왜 '구조적'인가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≥2 레벨 중첩 최적화를 가지면 in-context learning이 저절로 따라 나온다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2107"/>
            <a:ext cx="5285232" cy="13336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58683"/>
            <a:ext cx="5212080" cy="1260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Fig.7 — memory level 1→4로 늘리면 ICL(NIAH) 단조 상승, 모든 설정에서 baseline 초과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058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레벨 1 (inner loop) = 이미 학습기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test-time에 context로부터 gradient step으로 갱신 = '문맥으로부터 배우는 학습기' 자체.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50592"/>
            <a:ext cx="5806440" cy="10058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레벨 2 (그 위 optimizer)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갱신 규칙(optimizer)도 gradient에 대한 memory = '학습을 학습(learning to learn)'.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529584"/>
            <a:ext cx="5806440" cy="13716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'구조적'이다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두 레벨이 겹치면 모델이 '주어진 context에서 파라미터를 조정하는 절차'를 내부에 내장 → 새 task를 context만으로 즉석 적응 = ICL. 별도의 '창발'을 가정할 필요가 없다(구조에서 나온다).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증거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Fig.7: level 1→4에서 ICL(NIAH) 단조↑, 모든 level 수·최저 주파수에서 ICL·DuoAttention baseline 초과. 형식언어(parity, aⁿbⁿ)의 훈련분포 밖 길이 일반화에서 HOPE 100점(Transformer는 parity 0점). — 단 이것은 실증이지 정리(theorem)는 아니다(level 수에 따른 표현력 정리는 없음).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DGD(Delta GD)-with-weight-decay, gradient는 full backprop. 출력은 갱신 전(chunk 시작) 메모리로 읽는다. (다음 장에 연산 과정 전개.)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 — 연산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input(C,d) → output · forward+backward를 t−1 가중치에서 동시에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1">
                <a:solidFill>
                  <a:srgbClr val="5A5F68"/>
                </a:solidFill>
                <a:latin typeface="Noto Sans CJK KR"/>
              </a:rPr>
              <a:t>6 memory {M_k,M_v,M_q(static),M_η,M_α,M_mem} · 청크 시작 가중치=시점 (t−1), 갱신 후=(t) · q만 static(모든 청크 동일) · □∈{k,v,η,α,mem}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7" name="Picture 6" descr="0d2002e06f1653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98676"/>
            <a:ext cx="6077712" cy="2225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1481328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— 투영·게이트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48256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0" name="Picture 9" descr="6a1ef4589cb1d5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173224"/>
            <a:ext cx="2971800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6840" y="2048256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(t−1로 읽음)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15184"/>
            <a:ext cx="384048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3" name="Picture 12" descr="0704cdacafc1ee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734056"/>
            <a:ext cx="1908047" cy="21945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06840" y="2615184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병렬 — self-target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82112"/>
            <a:ext cx="384048" cy="457200"/>
          </a:xfrm>
          <a:prstGeom prst="roundRect">
            <a:avLst/>
          </a:prstGeom>
          <a:solidFill>
            <a:srgbClr val="C1121F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6" name="Picture 15" descr="77d15864a16e15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291840"/>
            <a:ext cx="2795016" cy="23774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06840" y="3182112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= backward (t−1서 동시)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49040"/>
            <a:ext cx="384048" cy="457200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⑤</a:t>
            </a:r>
          </a:p>
        </p:txBody>
      </p:sp>
      <p:pic>
        <p:nvPicPr>
          <p:cNvPr id="19" name="Picture 18" descr="e9e352bd6fb12b7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3867912"/>
            <a:ext cx="4203192" cy="21945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06840" y="3749040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순차 임계경로 (scan)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315968"/>
            <a:ext cx="384048" cy="457200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⑥</a:t>
            </a:r>
          </a:p>
        </p:txBody>
      </p:sp>
      <p:pic>
        <p:nvPicPr>
          <p:cNvPr id="22" name="Picture 21" descr="23f7f037ca9032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1560" y="4434840"/>
            <a:ext cx="3316224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06840" y="4315968"/>
            <a:ext cx="2697480" cy="47548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다음 청크로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29200"/>
            <a:ext cx="11183112" cy="12344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핵심 — 시점과 병렬성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22252B"/>
                </a:solidFill>
                <a:latin typeface="Noto Sans CJK KR"/>
              </a:rPr>
              <a:t>forward(①②③)와 backward(④)를 모두 '같은 청크 시작 t−1 가중치'에서 평가 → 동시(병렬). 출력은 갱신 '전'(t−1) 메모리로 읽고(②), 갱신된 W^{(t)}는 다음 청크에서 쓰인다 → 인과 유지. 유일한 순차 경로는 ⑤ momentum scan. Titans와의 차이: 본체 M_mem만이 아니라 투영·게이트(k,v,η,α)까지 모두 갱신되는 memory. q만 static. deep(MLP) 메모리면 층별 backprop을 batched로. (선형/얕은 메모리 기준 shape — 일부 추론.)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1개 MLP — [0, f₁) 과 경계 f₁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self-mod Titans 출력을 받아, 구간엔 누적만·경계 f₁에서 1-step 갱신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1183112" cy="40233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1">
                <a:solidFill>
                  <a:srgbClr val="5A5F68"/>
                </a:solidFill>
                <a:latin typeface="Noto Sans CJK KR"/>
              </a:rPr>
              <a:t>CMS MLP 1블록: 가중치 φ (구간 시작=φ⁽⁰⁾), 갱신 주기 f₁ 토큰 · 입력 uₜ∈ℝ^{d}(토큰별, self-mod Titans 출력) · 줄이는 손실 = 진짜 task loss(next-token)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Noto Sans CJK KR"/>
              </a:rPr>
              <a:t>구간 [0, f₁) — 매 토큰 (φ 고정, 누적만; forward들은 완전 병렬)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9184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1121F"/>
                </a:solidFill>
                <a:latin typeface="Noto Sans CJK KR"/>
              </a:rPr>
              <a:t>시점 f₁ — 경계 (딱 1회)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47088"/>
            <a:ext cx="384048" cy="420624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①</a:t>
            </a:r>
          </a:p>
        </p:txBody>
      </p:sp>
      <p:pic>
        <p:nvPicPr>
          <p:cNvPr id="9" name="Picture 8" descr="0c093b6dcef1c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41576"/>
            <a:ext cx="2740152" cy="2316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2560" y="1847088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(토큰별 forward)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384048" cy="420624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②</a:t>
            </a:r>
          </a:p>
        </p:txBody>
      </p:sp>
      <p:pic>
        <p:nvPicPr>
          <p:cNvPr id="12" name="Picture 11" descr="77af370099bf11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496312"/>
            <a:ext cx="425196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52560" y="2395728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6F97"/>
                </a:solidFill>
                <a:latin typeface="Noto Sans CJK KR"/>
              </a:rPr>
              <a:t>병렬 누적 (GEMM = Σ_t)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39312"/>
            <a:ext cx="384048" cy="420624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③</a:t>
            </a:r>
          </a:p>
        </p:txBody>
      </p:sp>
      <p:pic>
        <p:nvPicPr>
          <p:cNvPr id="15" name="Picture 14" descr="c40dba8a918b2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741420"/>
            <a:ext cx="4440936" cy="216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52560" y="3639312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1 step (경계에서만)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84048" cy="420624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Noto Sans CJK KR"/>
              </a:rPr>
              <a:t>④</a:t>
            </a:r>
          </a:p>
        </p:txBody>
      </p:sp>
      <p:pic>
        <p:nvPicPr>
          <p:cNvPr id="18" name="Picture 17" descr="1bd6e1eac87e8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293108"/>
            <a:ext cx="2298192" cy="210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52560" y="4187952"/>
            <a:ext cx="2651760" cy="43891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Noto Sans CJK KR"/>
              </a:rPr>
              <a:t>reset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2040"/>
            <a:ext cx="11183112" cy="13716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핵심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0" i="0">
                <a:solidFill>
                  <a:srgbClr val="22252B"/>
                </a:solidFill>
                <a:latin typeface="Noto Sans CJK KR"/>
              </a:rPr>
              <a:t>① 구간 내내 φ가 고정이라 forward(①)들은 완전 병렬이고, gradient는 accumulator A에 '누적만' 한다(② — 실제 갱신 없음). ② 경계 f₁에서 그 누적을 파라미터에 딱 한 번 적용(③)하고 A를 리셋(④)한다. 이것이 '추론 중에도 천천히 계속 훈련되는' CMS의 실체. 줄이는 손실은 내부 목적이 아니라 진짜 next-token task loss. Transformer의 MLP = 절대 갱신 안 하는(frequency 0) 특수 사례이고, 느린 블록일수록 f가 커서 더 드물게 갱신된다.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한계 &amp; Sleep으로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라인의 문제는 풀리기는커녕 커졌다 — 남은 절반을 Sleep이 채운다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논문이 스스로 그은 한계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catastrophic forgetting 미해결 — forgetting은 압축의 필연(용량 유한). CMS는 '어디서·얼마나 빨리 잊을지'를 주파수 축에 재배치했을 뿐, 원리적으로 푼 게 아니다.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② level 설계가 경험적 — level 몇 개·주파수 얼마·무엇을 어디 놓을지 이론 없음. query projection을 memory화하면 오히려 나빠지는 반례도(잘못 놓인 level은 해).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③ 이론이 재해석까지만 — optimizer 역공학은 존재 논증이지 유일성 증명 아님, level 표현력 정리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④ 서빙 경제학·스케일 미검증 — from-scratch 1.3B/100B, retrofit도 Llama3-8B까지. decode wall-clock 전무.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— batching이 깨진다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self-modifying Titans state = per-request mutable weights. KV cache(read-only, weight 공유 batch)와 달리 shared-weight batching이 깨진다.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배칭은 가능하나 각 요청의 arithmetic intensity가 batch 크기 B와 무관 → 대역폭이 배치를 조기에 닫는다(never-average).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Sleep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신경생리학의 consolidation은 2단계. NL은 그중 online consolidation(입력 흐르는 동안 CMS 갱신)만 구현했다.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수면 replay로 기억을 재조직하는 offline consolidation은 명시적으로 범위 밖. 남는 질문: 빠른 level 지식이 예정된 갱신으로 덮이기 전에 어디로 옮길 것인가?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 = expressive optimizer(Delta Momentum·DMGD·M3) + CMS(주파수 스펙트럼 memory) + self-modifying Titans를 직렬 결합. '더 많은 layer가 아니라 더 많은 level'을 실증 — 단 짧은 recall gap과 서빙 경제학은 미해소, 그리고 offline consolidation을 Sleep에 넘긴다.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Nested Learning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+ 훈련 절차 = 하나의 중첩 다층 최적화 시스템.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backprop도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backprop·momentum·Adam·Muon = gradient에 대한 associative memory(핵심 통찰).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expressive optimizer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optimizer도 memory이므로 표현력을 키움: Delta Momentum·DMGD·M3.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CMS (연속 주파수)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주기의 MLP 사슬 = long/short의 주파수 스펙트럼. Transformer MLP는 특수 사례.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self-modifying Titans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투영·게이트·lr까지 memory화(q만 static). 자기 갱신 규칙을 스스로 수정.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ICL = structural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in-context learning은 창발이 아니라 ≥2레벨 중첩 최적화의 구조적 결과.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HOPE = 세 생성물 결합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Titans(작고 똑똑) 뒤에 CMS(크고 느림)를 직렬로.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더 많은 layer가 아니라 level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길이 일반화·continual learning은 level 수가 사준다.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optimizer=memory라는 통찰로 아키텍처와 optimizer를 하나의 중첩 시스템으로 통합 — '모든 부품이 어떤 주파수의 memory'.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NL은 online consolidation 절반만 했다 — 잊히기 전에 옮길 곳이 없다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788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NL이 남긴 숙제 4가지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① catastrophic forgetting 미해결 — 여러 주기로 덮어쓰기를 지연해도, 모든 층의 갱신 시점이 겹치면 결국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② NL 저자 스스로 'offline consolidation(자면서 정리)은 범위 밖'이라 명시 — 온라인 절반만.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③ capacity 고정 — 유한 파라미터에 계속 압축해 넣으면 언젠가 옛 지식을 덮어쓴다.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④ 입력을 끊고 자기 내부를 정리할 시간이 설계에 없다.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788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anterograde amnesia (기억상실증)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배포된 LLM의 지식은 두 곳에만 산다: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세션 끝나면 사라지는 context window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• pre-training 때 얼어붙은 weight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이 둘을 잇는 다리가 없다 = 새 장기기억을 못 만드는 '영원한 현재'.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6F97"/>
                </a:solidFill>
                <a:latin typeface="Noto Sans CJK KR"/>
              </a:rPr>
              <a:t>남는 질문: 빠른 level의 지식이 예정된 갱신으로 덮어써지기 전에, 그걸 어디로 옮길 것인가?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11183112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Sleep의 답 (미리보기)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wake/sleep lifecycle을 세워, 잠자는 동안 그 지식을 더 느린 블록에 '새 expert로 위쪽 distillation'하고, forgetting을 regularization이 아니라 'capacity 성장'으로 재정의한다. 그 발화 시점이 정확히 CMS의 chunk 경계.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가설: wake/sleep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하나 더 — 수식의 축이 아니라 '시간'의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94017"/>
            <a:ext cx="5285232" cy="24983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0593"/>
            <a:ext cx="5212080" cy="24252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conventional(train/test 분리) vs continual(Active↔Sleep 주기 교대)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lifecycle + inference 번역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sleep = 수동적 멈춤이 아니라 능동적 내부 처리(외부 입력 끊고, 고주파 모듈 기억을 느리고 안정적인 성분으로 굳힘).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= 서빙 fleet에 붙는 주기적 백그라운드 job. 낮=요청 처리하며 fast memory에 write, 밤=트래픽 끊고 compaction·GC. 단 대상이 로그/cache가 아니라 파라미터.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online-only의 3결함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① 추상화 수준 그대로(추가 압축 없이 옮겨 capacity 또 씀) ② 선택적·retrieval 의존(자주 부르는 것만 강화) ③ context에 갇힘(상위 통합 안 됨).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가지 핵심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continual learner엔 train time도 test time도 없다('test time'이란 단어의 마지막 잔재를 지움). ② catastrophic forgetting은 근본적으로 capacity 문제 → '덮어쓰지 말고 키워라'. ③ sleep은 2단계: Memory Consolidation(NREM) + Dreaming(REM).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wake 기반: CMS 갱신 스케줄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sleep은 학습되지 않고 chunk 경계에 고정된다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29057"/>
            <a:ext cx="5285232" cy="167400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633"/>
            <a:ext cx="5212080" cy="16008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High/Mid/Low FFN이 1k/5k/10k 토큰 주기로 배열된 CMS 사슬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구조 (NL의 CMS를 그대로 수입)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sequence-mixing layer(attention/Titans) + 여러 주기의 MLP 블록 사슬.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각 블록은 토큰마다 error 기여분을 누적하고, 자기 chunk 경계에서만 그 누적을 파라미터에 한 번 적용.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83464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sleep 발화 시점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어떤 블록이 자기 갱신 경계에 도달하면, 갱신하기 직전에 그 블록의 지식을 '한 단계 느린 블록'으로 먼저 옮긴다.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여기가 catastrophic forgetting이 터질 자리인가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주기가 중첩 → 다대일(빠른 블록 10번 갱신 동안 느린 블록 1번). 같은 크기의 느린 메모리에 10번을 반복해 써 넣게 됨 → 바로 그 지점이 CF가 터질 자리 → 다음의 parameter expansion이 필요.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1: Memory Consolidation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덮어쓰지 말고 키워라 + 지식을 '위로' 증류(upward)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41817"/>
            <a:ext cx="5285232" cy="14027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78393"/>
            <a:ext cx="5212080" cy="13296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파라미터를 늘리고(capacity), 사라질 지식을 새 공간에 증류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consolidation 받는 블록에 새 파라미터를 연다(새 MLP/Linear expert 하나). '자기 전에 파라미터를 키운다'.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지식 추상을 고주파→저주파 메모리로 이전. GKD distillation(teacher 데이터 + student rollout) + Imitation Learning(RL).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반전 — 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보통 distillation은 큰 teacher→작은 student로 내려보내는데, 여기선 방향이 반대(작은 것 → 큰 것). 그래서 upward distillation.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B5(HOPE)와의 연결 — 빠진 조각을 채운다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 메모리가 배운 것을 새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Consolidation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새 low-rank expert에만 쓰고 · self-generated로 배우고 · 옮긴 뒤에만 지운다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1a. parameter expansion — '덮어쓸 수 없게' 만든다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MLP = 여러 expert를 가진 sparse MoE. 빠른 블록 지식을 옮길 때 새 low-rank expert 하나 추가(A d×r, B r×d). 옮겨지는 지식은 오직 이 새 파라미터에만 → 옛 지식 물리 자리를 안 건드림(정규화로 '잊지마' 부탁이 아니라 애초에 덮어쓸 수 없게).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A6F97"/>
                </a:solidFill>
                <a:latin typeface="Noto Sans CJK KR"/>
              </a:rPr>
              <a:t>[구현] 미래 expert 전부를 초기화 시점에 사전할당하고 mask만 씌운다 → 'expert 추가'는 실제론 mask 하나 여는 것. shape가 정적으로 유지(컴파일 그래프·kernel·checkpoint 안 흔들림).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51760"/>
            <a:ext cx="5486400" cy="1874519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1b. Knowledge Seeding — teacher/student가 누구인가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teacher = expansion 전 모델(빠른 블록이 아직 안 덮인, 그 지식을 든 자기 자신).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student = 확장 + 빠른 블록 갱신 후(빠른 블록 지식은 잃고, 느린 블록에 빈 expert 하나 받은 상태).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distillation이 student 출력을 teacher로 당김 — 움직일 수 있는 건 새 expert뿐. GKD = teacher 데이터 + student on-policy rollout. student 전부 freeze, 새 expert만 학습.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651760"/>
            <a:ext cx="5486400" cy="1874519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1c. LTI + 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distillation만으론 '아는 것 ≠ 쓰는 것' — teacher를 약하게만 흉내. LTI(RL): teacher 데이터 앞부분 주고 이어쓰게 해, 잘 쓰면 보상.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보상 = semantic(frozen reward model, 의미 같으면 1) + absolute(편집거리 토큰 유사도).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끝나면 reset: 빠른 블록의 과거 expert들을 지워 capacity 회수 = 'eviction 전 write-back' cache 정책.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6858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순 효과 — 하나의 불변식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빠른 메모리는 작고 유연하게, 느린 메모리는 단조 성장하며 '신선한 expert로만' 쓰인다.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Stage 2: Dreaming + 정직성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자기 생성 데이터로 자신을 고쳐 쓴다 (REM) — 단 knob은 meta-learn 안 됨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580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83" y="1371600"/>
            <a:ext cx="3913152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8 — sleep 사이클마다 router가 expert를 골라 갱신, random expert로 novelty 주입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 위에 시연, plug-in)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모델이 성능을 올려 줄 합성 데이터(dream)를 스스로 생성하는 self-modification. 5단계: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생성(모든 MoE router가 random expert 추가로 켬=novelty 주입) → 선별(gradient importance) → 적용(격리 복사본 LoRA fine-tune) → 보상(실제 task 개선되면 1) → 강화(ReST^EM, value network 없는 EM RL).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consolidation 먼저·dreaming 나중: 취약 지식을 새 expert에 격리한 뒤 반복 self-training.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세 번째 regime + 정직한 이음새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regime 1 pre-training · 2 wake(CMS 갱신) · 3 sleep(배포 중 주기적 '진짜 gradient 훈련', 신세계).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caveat: sleep 기제(혼합계수·reward model·ReST^EM)는 pre-training에서 end-to-end meta-learn 안 됨 — 이 라인 최초로 핵심이 미분되는 inner loop가 아니라 알고리즘 wrapper. 실험 대부분이 Llama/Qwen에 graft.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5488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 순서(consolidate→dream)인가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갓 배운 취약한 지식을 새 expert에 격리해 둔 다음 dreaming의 반복 self-training을 돌려야, 그 지식이 덜 잊힌다.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결과 &amp; 6편의 완성형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방향은 일관 · 서빙 형태가 바뀐다 · 단 실증은 1.3B에 멈춤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24253"/>
            <a:ext cx="5285232" cy="12378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60829"/>
            <a:ext cx="5212080" cy="116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class-incremental(CLINC 등): consolidation 얹은 Hope가 ICL·EWC·순정 Hope 상회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5087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(방향·비율)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sleep 단계 늘릴수록 단조 개선. SQuAD SEAL 프로토콜에서 Sleep&gt;SEAL(Dreaming 제거하면 폭락). few-shot ARC: Llama-1B ICL 0%→SEAL 72.5%→Sleep 80%. 수학 Qwen3-8B AIME-24 Sleep 79.2 &gt; GRPO 76.4.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9A227"/>
                </a:solidFill>
                <a:latin typeface="Noto Sans CJK KR"/>
              </a:rPr>
              <a:t>효율: step당 SFT의 4배지만, 목표 성능 wall-clock은 SFT가 3.6~4.8배 더 걸림 → 사는 건 싼 step이 아니라 step·sample 효율.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971800"/>
            <a:ext cx="580644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Systems 함의 (Part C 예고)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inference가 forward-only가 아님(RMW 트래픽=cost model 새 항). session state = KV cache가 아니라 per-user weight-delta(=multi-tenant LoRA 서빙). sleep = 서빙에 붙는 스케줄 훈련 job, 매번 새 버전.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6편의 완성형 (개념적)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state는 모든 시간규모에서 weight · 모든 블록은 같은 associative memory · inner optimizer는 아키텍처와 대등한 설계면 · 훈련은 어디서나 chunk-anchored · lifecycle은 wake/sleep. Titans가 연 'test-time 학습'이 여섯 편째에 train/test 경계 자체를 지운다. (단 from-scratch 실증은 아직 1.3B.)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개념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여기서 얻을 핵심 개념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wake/sleep lifecycle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train/test 경계를 지우고 Active(wake)와 Sleep을 주기적으로 교대.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CF = capacity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forgetting은 압축의 필연 → 처방은 '덮어쓰지 말고 키워라'.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parameter expansion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새 low-rank expert만 추가(옛 자리 안 건드림). mask 사전할당으로 shape 정적.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00884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작은 것→큰 것 upward distillation(GKD on-policy + LTI RL).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upward distillation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빠른(고주파) 메모리의 지식을 느린 블록의 새 expert로 위쪽 전달.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75888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synaptic-pruning reset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옮긴 뒤에만 지운다 = eviction 전 write-back cache 정책.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(SEAL)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자기 생성 데이터로 자신을 고쳐 씀(REM). random expert로 novelty 주입.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850892"/>
            <a:ext cx="5486400" cy="104698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세 번째 regime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pre-training·wake에 더해 sleep = 배포 중 주기적 '진짜 gradient 훈련'.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한 문장으로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online consolidation의 나머지 절반(offline)을 채워 6편의 완성형 — 서빙 fleet에 밤마다 붙는 훈련 job.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C0 ·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무엇으로 뽑았고, 왜 신뢰할 수 있나 — HAT HW schema + HATIR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 HW schema — 가속기의 '디지털 트윈'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가속기를 기술하는 정식 스키마(SoT). die/PE 내부(SM→ALU→ISA), 메모리 계층(HBM/L2/SRAM의 대역폭·용량), peak FLOPS를 담는다.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벤더 spec(여러 번 교차검색해 신뢰).  output: .hw JSON '트윈'.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검증: schema의 verify(committee). — 증거: 수정 안 한 vLLM이 이 트윈(가짜 device)을 진짜로 믿고 구동.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34440"/>
            <a:ext cx="5486400" cy="17830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HATIR — 순수 비용(cost) 모델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무엇: HAT IR 기반 비용 모델. 트윈과 workload를 받아 roofline 기반 시간·에너지를 낸다.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input: HW twin(.hw) + workload trace(연산 DAG).  output: 시간·에너지의 ideal 하한.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특징: magic derate·regression fitting 없이 독립 물리 요소로 분해(냉정한 하한).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54680"/>
            <a:ext cx="11183112" cy="84124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신뢰성 원칙 — 절대값이 아니라 'trend 정합'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정합 = 여러 시나리오에서 trend 일관성(절대 수치 매칭 아님). ZigZag 등 기존 도구와 7/7 일치, 42 curves / 7 아키텍처 / 12 families에서 97.6% trend 일치, fitting 없음. → 이 파트의 모든 수치는 'ideal roofline 하한'(달성 가능한 최선)으로 읽어야 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42816"/>
            <a:ext cx="731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실험 조건 (전 Part C 공통) — 모두 명시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HW twin — H100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HBM3 대역폭 3.35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peak 0.99 PF (989 TFLOPS, bf16)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ridge 295 FLOP/byte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10 TB/s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baseline L2 50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617720"/>
            <a:ext cx="365760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model — 1 HOPE block (B=1)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 = 2048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self-mod Titans 5 memory: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  {M_k,M_v,M_η,M_α: d², M_mem: 2d²}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CMS 3 레벨 (각 d→4d→d MLP)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state(RMW) 134 MB · weights 277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617720"/>
            <a:ext cx="347472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가정 (assumptions)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decode C=1 (토큰당)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kernel launch time =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gradient는 chunk 시작 상태에서 평가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출력은 갱신 전(pre-update) read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Mono CJK KR"/>
              </a:rPr>
              <a:t>수치 = max(FLOP/peak, bytes/BW)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block의 전 연산 (H100 트윈, d=2048, C=1) — 21개 op을 4단계로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3749039" cy="402336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입력 X  [1, d]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83280" y="1746503"/>
            <a:ext cx="0" cy="13716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874519"/>
            <a:ext cx="5760720" cy="676656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① 투영 (self-mod Titans) · GEMM · 17.5µs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q=X·Wq(static) · k=M_k(X) · v=M_v(X) · η=M_η(X) · α=M_α(X)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2542032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670048"/>
            <a:ext cx="5760720" cy="5486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② read (pre-update) · 5µs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o = M_mem(q) — 갱신 '전' 메모리에서 읽는다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209544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3337560"/>
            <a:ext cx="5760720" cy="786384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③ update 5 memory · 60µs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각 memory: compute(GEMM 20µs) + DGD-apply(state RMW 40µs). RMW = memory-bound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4114800"/>
            <a:ext cx="0" cy="137159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242816"/>
            <a:ext cx="5760720" cy="8686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④ CMS 사슬 · 120µs  (RMW 40µs 지배)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L1→L2→L3 fwd (20×3=60µs) + L1 update(compute 20 + DGD-apply RMW 40µs)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325880"/>
            <a:ext cx="516636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141732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op-time 분해 (합계 202.8µs, ideal 하한)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87451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① 투영 GEMM (q·k·v·η·α)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187451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17.5µs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24027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② read o=M_mem(q) [pre-update]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224027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5.0µs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60603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③ update-compute (5 memory, GEMM)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44200" y="260603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97179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③ DGD-apply (5 memory, state RMW)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297179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337559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L1/L2/L3 fwd (d→4d→d)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3337559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60.0µs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70332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④ CMS L1 update-compute (GEMM)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370332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22252B"/>
                </a:solidFill>
                <a:latin typeface="Noto Sans CJK KR"/>
              </a:rPr>
              <a:t>20.0µs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69080"/>
            <a:ext cx="4023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④ CMS L1 DGD-apply (state RMW)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4069080"/>
            <a:ext cx="868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C1121F"/>
                </a:solidFill>
                <a:latin typeface="Noto Sans CJK KR"/>
              </a:rPr>
              <a:t>40.0µs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4590288"/>
            <a:ext cx="4800600" cy="38404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memory-bound RMW 합 = 80µs (전체의 40%)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57800"/>
            <a:ext cx="11183112" cy="56692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compute(GEMM)는 텐서코어로 싸지만, state RMW(빨강) 80µs가 단일 최대 비용 덩어리 — 이게 decode를 memory-bound로 만든다.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roofline &amp; 병목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decode C=1은 roofline 왼쪽(memory-bound) — state를 매 토큰 HBM에서 RMW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8863"/>
            <a:ext cx="5925312" cy="189902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roof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5439"/>
            <a:ext cx="5852160" cy="18258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5852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(a) block AI vs chunk C — ridge 295 아래 = memory-bound  (b) op별 시간  (c) baseline vs HBM-PIM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166360" cy="14173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왜 memory-bound인가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block의 arithmetic intensity = FLOP/bytes = 1.08e9 / 6.80e8 ≈ 1.6 FLOP/byte.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1121F"/>
                </a:solidFill>
                <a:latin typeface="Noto Sans CJK KR"/>
              </a:rPr>
              <a:t>H100 ridge = 295 FLOP/byte보다 한참 낮다 → 대역폭이 병목(roofline 왼쪽).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880360"/>
            <a:ext cx="5166360" cy="12344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병목의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state(134MB, RMW되는 부분) + weights(277MB)를 매 토큰 HBM(3.35TB/s)에서 읽어야 한다. 이상적으로도 411MB / 3.35TB/s ≈ 123µs는 대역폭에 묶인다 → block당 ~203µs.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4206240"/>
            <a:ext cx="5166360" cy="8686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그래서 다음(C4)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compute를 키워도 소용없다. 답은 '대역폭↑'(zHBM) 또는 'state를 on-chip에 상주'(SRAM). PIM은 in-bank 연산이 이 RMW엔 너무 느리다.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2080"/>
            <a:ext cx="5852160" cy="5943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H100 트윈 spec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HBM3 3.35 TB/s · peak 0.99 PF · ridge 295 FLOP/B · SRAM 10 TB/s · L2 50 MB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