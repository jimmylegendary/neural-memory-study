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test-time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추론 중에도 gradient로 메모리를 계속 학습(학습 도구를 추론 안으로).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neural memory (LMM)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= 작은 MLP의 weights, 그 weights가 곧 recurrent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surprise =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지금 토큰이 얼마나 놀라운가 = 손실의 gradient 크기 → 클수록 세게 저장.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momentum = surprise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과거 surprise 누적. optimizer 내부 state를 sequence의 recurrent state로 승격.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forgetting / weight decay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α로 오래된 기억 감쇠. Mamba-2·GDN의 gate를 깊은 memory로 일반화.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outer vs inner loop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gate '함수'는 pre-training에서 고정, '값'은 추론 중 매 토큰. decode=fwd+bwd+update+read.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 병렬화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안 gradient를 chunk-start 가중치에서 동시 평가 → GEMM/scan. C=arithmetic intensity.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MAC/MAG/MAL · 일정 state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메모리를 아키텍처에 꽂는 3방식. state는 문맥 길이와 무관하게 일정(vs KV cache).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메모리를 weights로 보고 surprise(gradient)+momentum+forget으로 test-time에 학습 — 깊은 MLP인데도 chunkwise로 병렬화.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associative memory 관점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시퀀스 모델 = key→value 연상 = 무언가를 최소화하는 online 최적화.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내부 목적함수 L = '무엇을 우선해 기억하나'. dot-product·L2·Lp·robust.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 (not forgetting)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'지우기'가 아니라 '유지 vs 학습'의 저울질. long-context를 좌우하는 결정적 레버.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4축 설계공간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architecture · attentional bias · retention · learning algorithm.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전부가 이 공간의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덧쓰기(dot-product)·고쳐쓰기(L2)·비압축(softmax)이 bias 축의 세 좌표.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비압축 극한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L2를 비모수적으로 푼 극한 → retention 없음 → KV가 길이에 비례 증가.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Moneta/Yaad/Memora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 / Huber(robust) / KL(simplex) 인스턴스. optimizer는 일부러 plain GD.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retention-as-renormalization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KL retention(Memora)은 softmax 갱신 → state가 항상 정규화되어 발산 불가.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시퀀스 모델을 4축으로 분해한 '지도' — 무엇을·무엇을 잊고·어떤 구조로·어떤 알고리즘으로. 이후 모든 논문의 좌표계.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context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token 하나가 아니라 '최근 문맥 전체'를 함께 기억(목표를 바꿈).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window c의 gated 합 최소화 = rank-c 수정(delta rule의 window 일반화). c=1이면 Titans.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 capacity 이론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행렬 memory = O(d_k). state 키움 ≠ 용량 늘림(이 계보 최초의 형식 정의).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feature map φ_p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차원을 d_kᵖ로 올려 용량 상한을 옮김. optimizer와 직교하는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무한 용량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무한 차원 feature의 associative memory. attention이 이기는 이유 = 용량 차이.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Muon (근사 2차)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Newton-Schulz로 update를 semi-orthogonal화 = 2차 정보 근사.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κ = test-time compute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NS 반복수. state 안 건드리고 연산↔품질을 교환하는 dial.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Transformer 재유도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attention=kernel regression → DeepTransformers·Dot(error-correcting attention).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'무엇을 얼마나 잘 기억하는가'의 정점 — 목표(Omega)·용량(feature map)·관리(Muon)를 이론까지 갖춰 채움.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훈련 경제학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크기 C가 품질과 속도를 동시에 결정. 작은 chunk = MFU 한 자릿수.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chunk-size mismatch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train/serve chunk가 다르면 품질 붕괴(V자 절벽, C=8에서 2.6배 폭발).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global/local 계층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global(큰 chunk 순차, long-range) + local(reset, 병렬, fine-grained).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periodic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병렬화 불가한 비선형 사슬을 끊어 batch 축으로. 대가는 global이 보전.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W_init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reset 지점 = meta-learn된 초기상태. reset을 살아남게 하는 핵심 부품.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query를 관측 key 부분공간으로 사영(Π=Σk kᵀ). write/read domain shift 처방.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2-stage: train-big/serve-small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chunk를 throughput knob과 해상도 knob 두 독립 knob으로 분리.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서로 다른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global·local·W_init이 각자 주기로 갱신 = NL의 씨앗.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표현력이 아니라 '훈련 경제학의 바닥'을 깐 systems 편 — 서로 다른 update frequency 계층이 다음 논문(NL)의 씨앗.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optimizer(DGD·Delta Momentum·M3)로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메모리'(DGD · Delta Momentum · M3 — 다음 3장)로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DGD (Delta Gradient Descent) — 상태 의존 adaptive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GD는 내부목적이 dot-product라 각 gradient를 '상태와 무관하게' 처리 → 이전 가중치 상태가 갱신에 반영 안 됨(token처럼 상관된 데이터엔 제약). 내부목적을 L2 regression으로 바꾼다.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GD (dot-product)</a:t>
            </a:r>
          </a:p>
        </p:txBody>
      </p:sp>
      <p:pic>
        <p:nvPicPr>
          <p:cNvPr id="7" name="Picture 6" descr="cb9b13f0bcf2ee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72818"/>
            <a:ext cx="8001000" cy="3932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56)</a:t>
            </a:r>
          </a:p>
        </p:txBody>
      </p:sp>
      <p:pic>
        <p:nvPicPr>
          <p:cNvPr id="9" name="Picture 8" descr="f3a2feb37897ac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76618"/>
            <a:ext cx="8001000" cy="5035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57)</a:t>
            </a:r>
          </a:p>
        </p:txBody>
      </p:sp>
      <p:pic>
        <p:nvPicPr>
          <p:cNvPr id="11" name="Picture 10" descr="8db291ed2f9587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41973"/>
            <a:ext cx="8001000" cy="4907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delta rule로 유도된 GD. 현재 입력뿐 아니라 '이전 가중치 상태'를 반영 → (I − η′ x xᵀ)의 데이터 의존 adaptive decay. token처럼 상관 높은 데이터에 유리. self-modifying Titans의 안쪽 optimizer가 바로 이 DGD(+weight decay). [원문 Eq 54–57]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Momentum — gradient 의존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내부목적이 dot-product(Hebbian)라 상태와 무관해 용량이 제한되고 loss landscape 추적이 약하다. 내부목적을 L2 regression ‖m∇Lᵀ−P‖²로 바꿔 delta rule을 적용한다.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(Hebbian)</a:t>
            </a:r>
          </a:p>
        </p:txBody>
      </p:sp>
      <p:pic>
        <p:nvPicPr>
          <p:cNvPr id="7" name="Picture 6" descr="c0e5854dbb4369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42664"/>
            <a:ext cx="8001000" cy="453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(Eq 48)</a:t>
            </a:r>
          </a:p>
        </p:txBody>
      </p:sp>
      <p:pic>
        <p:nvPicPr>
          <p:cNvPr id="9" name="Picture 8" descr="c4fec02516c00b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395" y="2990088"/>
            <a:ext cx="6910529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(Eq 49)</a:t>
            </a:r>
          </a:p>
        </p:txBody>
      </p:sp>
      <p:pic>
        <p:nvPicPr>
          <p:cNvPr id="11" name="Picture 10" descr="5a5f50375fc0be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19982"/>
            <a:ext cx="8001000" cy="5347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decay가 α·I가 아니라 (α·I − η·∇L∇Lᵀ) = gradient에 의존. '필요할 때 momentum을 감쇠·정지'시켜 진동하는 곡률(Fig.4)에서 표준 momentum보다 빨리 수렴. linear attention→delta rule 전환의 momentum 버전. [원문 Eq 48–49] (P_i = momentum이 gradient를 매핑하는 target.)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M3 (Multi-scale Momentum Muon) — Adam + Muon + CMS의 결합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M3 = 세 가지의 결합: Adam(2차 모멘텀 √V 정규화) + Muon(Newton-Schulz 직교화) + CMS(서로 다른 주파수의 momentum 여러 개). 느린 momentum을 '지연 갱신'해 long-context 정보를 담는다.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두 주파수 momentum (CMS)</a:t>
            </a:r>
          </a:p>
        </p:txBody>
      </p:sp>
      <p:pic>
        <p:nvPicPr>
          <p:cNvPr id="7" name="Picture 6" descr="4ca03ff27c6d86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45961"/>
            <a:ext cx="8001000" cy="6470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2차 모멘텀 (Adam)</a:t>
            </a:r>
          </a:p>
        </p:txBody>
      </p:sp>
      <p:pic>
        <p:nvPicPr>
          <p:cNvPr id="9" name="Picture 8" descr="918d9e73d2db2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631" y="2990088"/>
            <a:ext cx="4098057" cy="676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직교화 (Muon)</a:t>
            </a:r>
          </a:p>
        </p:txBody>
      </p:sp>
      <p:pic>
        <p:nvPicPr>
          <p:cNvPr id="11" name="Picture 10" descr="2795ec0601227c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757697"/>
            <a:ext cx="8001000" cy="65934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07992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④ 최종 갱신</a:t>
            </a:r>
          </a:p>
        </p:txBody>
      </p:sp>
      <p:pic>
        <p:nvPicPr>
          <p:cNvPr id="13" name="Picture 12" descr="a21cc9754288a9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695" y="4507992"/>
            <a:ext cx="2945929" cy="6766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294376"/>
            <a:ext cx="11183112" cy="1060704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빠른/느린 두 momentum(CMS)을 Newton-Schulz로 직교화(Muon)한 뒤 √V로 정규화(Adam)해 결합. CMS 설계를 뒷받침하는 proof-of-concept. Fig.11/12에서 AdamW·Muon 대비 train/test loss 우수 — 단 momentum 여러 개라 계산 오버헤드로 대형 스케일엔 도전. [원문 Algorithm 1]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ICL은 왜 '구조적'인가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≥2 레벨 중첩 최적화를 가지면 in-context learning이 저절로 따라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2107"/>
            <a:ext cx="5285232" cy="13336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58683"/>
            <a:ext cx="5212080" cy="126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Fig.7 — memory level 1→4로 늘리면 ICL(NIAH) 단조 상승, 모든 설정에서 baseline 초과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1 (inner loop) = 이미 학습기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test-time에 context로부터 gradient step으로 갱신 = '문맥으로부터 배우는 학습기' 자체.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50592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2 (그 위 optimizer)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갱신 규칙(optimizer)도 gradient에 대한 memory = '학습을 학습(learning to learn)'.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529584"/>
            <a:ext cx="5806440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'구조적'이다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두 레벨이 겹치면 모델이 '주어진 context에서 파라미터를 조정하는 절차'를 내부에 내장 → 새 task를 context만으로 즉석 적응 = ICL. 별도의 '창발'을 가정할 필요가 없다(구조에서 나온다).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증거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Fig.7: level 1→4에서 ICL(NIAH) 단조↑, 모든 level 수·최저 주파수에서 ICL·DuoAttention baseline 초과. 형식언어(parity, aⁿbⁿ)의 훈련분포 밖 길이 일반화에서 HOPE 100점(Transformer는 parity 0점). — 단 이것은 실증이지 정리(theorem)는 아니다(level 수에 따른 표현력 정리는 없음).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MLP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q=X·W_q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static 선형(비메모리)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갱신 메모리 5개 {M_k,M_v,M_η,M_α,M_mem}=2-layer MLP · q=X·W_q만 static 선형(메모리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DGD(Delta GD)-with-weight-decay, gradient는 full backprop. 출력은 갱신 전(chunk 시작) 메모리를 MLP forward. (다음 장에 연산 과정 전개.)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 — 연산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input(C,d) → output · forward+backward를 t−1 가중치에서 동시에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갱신 메모리 5개 {M_k,M_v,M_η,M_α,M_mem} = 2-layer MLP  M_□(·)=(·)+W_{□,1}σ(W_{□,2}·) · q=X·W_q는 유일한 static 선형 투영 · 청크 시작 가중치=(t−1), 갱신 후=(t)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1b0dd3aa2b90a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98676"/>
            <a:ext cx="6528816" cy="222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48132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a958ba178caf0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73224"/>
            <a:ext cx="3870960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0" y="2048256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MLP forward (출력)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15184"/>
            <a:ext cx="384048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5995b228b1d463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734056"/>
            <a:ext cx="2621280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06840" y="2615184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MLP forward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384048" cy="457200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620feb3b51d6f1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290316"/>
            <a:ext cx="3063240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3182112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 (t−1서 동시)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84048" cy="457200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05378bce75efd5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863340"/>
            <a:ext cx="3514344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06840" y="3749040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— DGD+decay (Eq 88)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1596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e458f96b9ebf467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434840"/>
            <a:ext cx="3093720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06840" y="431596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다음 청크로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83112" cy="12344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MLP forward · 시점 · 병렬성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①②③은 모두 memory MLP의 forward다(단순 matrix read가 아님 — 각 memory가 2-layer MLP). forward(①②③)와 backward(④)를 모두 청크 시작(t−1) 가중치에서 평가 → 동시(병렬; 원문의 chunk-wise dual form). 출력은 갱신 '전'(t−1) 메모리 forward로 내고(②), 갱신된 M^{(t)}는 다음 청크에서 쓰인다 → 인과 유지. 안쪽 optimizer = DGD(Delta GD)+weight decay(Eq 88, decay = α_t I − η_t k_t k_tᵀ), 손실 = ‖M_□(k)−v̂_□‖². q=X·W_q만 static. [원문 Eq 86–91]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1개 MLP — [0, f₁) 과 경계 f₁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self-mod Titans 출력을 받아, 구간엔 누적만·경계 f₁에서 1-step 갱신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5F68"/>
                </a:solidFill>
                <a:latin typeface="Noto Sans CJK KR"/>
              </a:rPr>
              <a:t>CMS MLP 1블록: 가중치 φ (구간 시작=φ⁽⁰⁾), 갱신 주기 f₁ 토큰 · 입력 uₜ∈ℝ^{d}(토큰별, self-mod Titans 출력) · 줄이는 손실 = 진짜 task loss(next-token)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Noto Sans CJK KR"/>
              </a:rPr>
              <a:t>구간 [0, f₁) — 매 토큰 (φ 고정, 누적만; forward들은 완전 병렬)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9184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121F"/>
                </a:solidFill>
                <a:latin typeface="Noto Sans CJK KR"/>
              </a:rPr>
              <a:t>시점 f₁ — 경계 (딱 1회)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9" name="Picture 8" descr="0c093b6dcef1c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41576"/>
            <a:ext cx="2740152" cy="2316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4708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(토큰별 forward)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2" name="Picture 11" descr="77af370099bf1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96312"/>
            <a:ext cx="425196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39572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누적 (GEMM = Σ_t)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39312"/>
            <a:ext cx="384048" cy="420624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5" name="Picture 14" descr="c40dba8a918b2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41420"/>
            <a:ext cx="4440936" cy="216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363931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1 step (경계에서만)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84048" cy="420624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8" name="Picture 17" descr="1bd6e1eac87e8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293108"/>
            <a:ext cx="2298192" cy="210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418795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2040"/>
            <a:ext cx="11183112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핵심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52B"/>
                </a:solidFill>
                <a:latin typeface="Noto Sans CJK KR"/>
              </a:rPr>
              <a:t>① 구간 내내 φ가 고정이라 forward(①)들은 완전 병렬이고, gradient는 accumulator A에 '누적만' 한다(② — 실제 갱신 없음). ② 경계 f₁에서 그 누적을 파라미터에 딱 한 번 적용(③)하고 A를 리셋(④)한다. 이것이 '추론 중에도 천천히 계속 훈련되는' CMS의 실체. 줄이는 손실은 내부 목적이 아니라 진짜 next-token task loss. Transformer의 MLP = 절대 갱신 안 하는(frequency 0) 특수 사례이고, 느린 블록일수록 f가 커서 더 드물게 갱신된다.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optimizer(DGD·Delta Momentum·M3)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+ 훈련 절차 = 하나의 중첩 다층 최적화 시스템.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backprop도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backprop·momentum·Adam·Muon = gradient에 대한 associative memory(핵심 통찰).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expressive optimizer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optimizer도 memory이므로 표현력을 키움: DGD·Delta Momentum·M3.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CMS (연속 주파수)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주기의 MLP 사슬 = long/short의 주파수 스펙트럼. Transformer MLP는 특수 사례.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self-modifying Titans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투영·게이트·lr까지 memory화(q만 static). 자기 갱신 규칙을 스스로 수정.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ICL = structural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in-context learning은 창발이 아니라 ≥2레벨 중첩 최적화의 구조적 결과.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HOPE = 세 생성물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Titans(작고 똑똑) 뒤에 CMS(크고 느림)를 직렬로.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더 많은 layer가 아니라 level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길이 일반화·continual learning은 level 수가 사준다.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optimizer=memory라는 통찰로 아키텍처와 optimizer를 하나의 중첩 시스템으로 통합 — '모든 부품이 어떤 주파수의 memory'.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wake/sleep lifecycle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train/test 경계를 지우고 Active(wake)와 Sleep을 주기적으로 교대.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CF = capacity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forgetting은 압축의 필연 → 처방은 '덮어쓰지 말고 키워라'.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새 low-rank expert만 추가(옛 자리 안 건드림). mask 사전할당으로 shape 정적.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작은 것→큰 것 upward distillation(GKD on-policy + LTI RL).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빠른(고주파) 메모리의 지식을 느린 블록의 새 expert로 위쪽 전달.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옮긴 뒤에만 지운다 = eviction 전 write-back cache 정책.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자기 생성 데이터로 자신을 고쳐 씀(REM). random expert로 novelty 주입.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번째 regime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pre-training·wake에 더해 sleep = 배포 중 주기적 '진짜 gradient 훈련'.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online consolidation의 나머지 절반(offline)을 채워 6편의 완성형 — 서빙 fleet에 밤마다 붙는 훈련 job.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MLP forward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M_mem MLP forward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 MLP forward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M_mem forward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