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문제와 통찰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지금까지 'layer 하나'만 바꿔 왔다 — 그것을 훈련시키는 '배경'을 설계 대상으로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1 — layer 하나만 바꿔 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Titans/Miras/Atlas/TNT는 전부 'sequence layer 하나'의 성분(objective·retention·optimizer·훈련경제학)을 바꾼 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그런데 그 layer를 바깥에서 훈련시키는 AdamW·momentum·backpropagation은 한 번도 설계 공간에 안 들어온 '고정 배경'이었다.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2 — LLM은 정적이다 (anterograde amnesia)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배포 후 지식이 사는 곳은 딱 둘: 지금의 context window(KV cache)와 pre-training 때 얼어붙은 MLP weights.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context 정보가 장기저장소(FFN)까지 못 가고 window가 밀려나면 사라진다 = 새 장기기억을 못 만드는 기억상실.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핵심 통찰 — backprop도 memory다 (이 슬라이드만 가져가도 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'모델과 그것을 학습시키는 절차는 서로 다른 두 물건이 아니라, 하나의 중첩된 다층 최적화 시스템이다.'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안에서 backpropagation·momentum·Adam·Muon이 전부 gradient에 대한 associative memory다. 특히 backprop은 자기 target을 스스로 만드는 self-referential memory라 병렬화가 안 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질문의 단위가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'layer'가 아니라 '모델 전체 + 훈련 절차 전체'가 하나의 설계 대상. 각 level은 자기 context flow를 자기 주기로 압축하는 associative memory. (TNT가 남긴 '서로 다른 주기의 계층' 힌트를 조직 원리로 승격.)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한계 &amp; Sleep으로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라인의 문제는 풀리기는커녕 커졌다 — 남은 절반을 Sleep이 채운다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논문이 스스로 그은 한계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catastrophic forgetting 미해결 — forgetting은 압축의 필연(용량 유한). CMS는 '어디서·얼마나 빨리 잊을지'를 주파수 축에 재배치했을 뿐, 원리적으로 푼 게 아니다.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② level 설계가 경험적 — level 몇 개·주파수 얼마·무엇을 어디 놓을지 이론 없음. query projection을 memory화하면 오히려 나빠지는 반례도(잘못 놓인 level은 해).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③ 이론이 재해석까지만 — optimizer 역공학은 존재 논증이지 유일성 증명 아님, level 표현력 정리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④ 서빙 경제학·스케일 미검증 — from-scratch 1.3B/100B, retrofit도 Llama3-8B까지. decode wall-clock 전무.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— batching이 깨진다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self-modifying Titans state = per-request mutable weights. KV cache(read-only, weight 공유 batch)와 달리 shared-weight batching이 깨진다.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배칭은 가능하나 각 요청의 arithmetic intensity가 batch 크기 B와 무관 → 대역폭이 배치를 조기에 닫는다(never-average).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Sleep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신경생리학의 consolidation은 2단계. NL은 그중 online consolidation(입력 흐르는 동안 CMS 갱신)만 구현했다.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수면 replay로 기억을 재조직하는 offline consolidation은 명시적으로 범위 밖. 남는 질문: 빠른 level 지식이 예정된 갱신으로 덮이기 전에 어디로 옮길 것인가?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 = expressive optimizer(Delta Momentum·DMGD·M3) + CMS(주파수 스펙트럼 memory) + self-modifying Titans를 직렬 결합. '더 많은 layer가 아니라 더 많은 level'을 실증 — 단 짧은 recall gap과 서빙 경제학은 미해소, 그리고 offline consolidation을 Sleep에 넘긴다.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NL은 online consolidation 절반만 했다 — 잊히기 전에 옮길 곳이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788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NL이 남긴 숙제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① catastrophic forgetting 미해결 — 여러 주기로 덮어쓰기를 지연해도, 모든 층의 갱신 시점이 겹치면 결국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② NL 저자 스스로 'offline consolidation(자면서 정리)은 범위 밖'이라 명시 — 온라인 절반만.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③ capacity 고정 — 유한 파라미터에 계속 압축해 넣으면 언젠가 옛 지식을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④ 입력을 끊고 자기 내부를 정리할 시간이 설계에 없다.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788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anterograde amnesia (기억상실증)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배포된 LLM의 지식은 두 곳에만 산다: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세션 끝나면 사라지는 context window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pre-training 때 얼어붙은 weight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이 둘을 잇는 다리가 없다 = 새 장기기억을 못 만드는 '영원한 현재'.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Noto Sans CJK KR"/>
              </a:rPr>
              <a:t>남는 질문: 빠른 level의 지식이 예정된 갱신으로 덮어써지기 전에, 그걸 어디로 옮길 것인가?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11183112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Sleep의 답 (미리보기)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wake/sleep lifecycle을 세워, 잠자는 동안 그 지식을 더 느린 블록에 '새 expert로 위쪽 distillation'하고, forgetting을 regularization이 아니라 'capacity 성장'으로 재정의한다. 그 발화 시점이 정확히 CMS의 chunk 경계.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가설: wake/sleep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하나 더 — 수식의 축이 아니라 '시간'의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94017"/>
            <a:ext cx="5285232" cy="24983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593"/>
            <a:ext cx="5212080" cy="2425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conventional(train/test 분리) vs continual(Active↔Sleep 주기 교대)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lifecycle + inference 번역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= 수동적 멈춤이 아니라 능동적 내부 처리(외부 입력 끊고, 고주파 모듈 기억을 느리고 안정적인 성분으로 굳힘).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= 서빙 fleet에 붙는 주기적 백그라운드 job. 낮=요청 처리하며 fast memory에 write, 밤=트래픽 끊고 compaction·GC. 단 대상이 로그/cache가 아니라 파라미터.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online-only의 3결함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추상화 수준 그대로(추가 압축 없이 옮겨 capacity 또 씀) ② 선택적·retrieval 의존(자주 부르는 것만 강화) ③ context에 갇힘(상위 통합 안 됨).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가지 핵심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continual learner엔 train time도 test time도 없다('test time'이란 단어의 마지막 잔재를 지움). ② catastrophic forgetting은 근본적으로 capacity 문제 → '덮어쓰지 말고 키워라'. ③ sleep은 2단계: Memory Consolidation(NREM) + Dreaming(REM).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wake 기반: CMS 갱신 스케줄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sleep은 학습되지 않고 chunk 경계에 고정된다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29057"/>
            <a:ext cx="5285232" cy="167400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633"/>
            <a:ext cx="5212080" cy="160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High/Mid/Low FFN이 1k/5k/10k 토큰 주기로 배열된 CMS 사슬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구조 (NL의 CMS를 그대로 수입)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sequence-mixing layer(attention/Titans) + 여러 주기의 MLP 블록 사슬.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각 블록은 토큰마다 error 기여분을 누적하고, 자기 chunk 경계에서만 그 누적을 파라미터에 한 번 적용.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sleep 발화 시점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어떤 블록이 자기 갱신 경계에 도달하면, 갱신하기 직전에 그 블록의 지식을 '한 단계 느린 블록'으로 먼저 옮긴다.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여기가 catastrophic forgetting이 터질 자리인가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주기가 중첩 → 다대일(빠른 블록 10번 갱신 동안 느린 블록 1번). 같은 크기의 느린 메모리에 10번을 반복해 써 넣게 됨 → 바로 그 지점이 CF가 터질 자리 → 다음의 parameter expansion이 필요.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1: Memory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덮어쓰지 말고 키워라 + 지식을 '위로' 증류(upward)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41817"/>
            <a:ext cx="5285232" cy="14027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93"/>
            <a:ext cx="5212080" cy="1329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파라미터를 늘리고(capacity), 사라질 지식을 새 공간에 증류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consolidation 받는 블록에 새 파라미터를 연다(새 MLP/Linear expert 하나). '자기 전에 파라미터를 키운다'.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지식 추상을 고주파→저주파 메모리로 이전. GKD distillation(teacher 데이터 + student rollout) + Imitation Learning(RL).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반전 — 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보통 distillation은 큰 teacher→작은 student로 내려보내는데, 여기선 방향이 반대(작은 것 → 큰 것). 그래서 upward distillation.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B5(HOPE)와의 연결 — 빠진 조각을 채운다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 메모리가 배운 것을 새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Consolidation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low-rank expert에만 쓰고 · self-generated로 배우고 · 옮긴 뒤에만 지운다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1a. parameter expansion — '덮어쓸 수 없게' 만든다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MLP = 여러 expert를 가진 sparse MoE. 빠른 블록 지식을 옮길 때 새 low-rank expert 하나 추가(A d×r, B r×d). 옮겨지는 지식은 오직 이 새 파라미터에만 → 옛 지식 물리 자리를 안 건드림(정규화로 '잊지마' 부탁이 아니라 애초에 덮어쓸 수 없게).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[구현] 미래 expert 전부를 초기화 시점에 사전할당하고 mask만 씌운다 → 'expert 추가'는 실제론 mask 하나 여는 것. shape가 정적으로 유지(컴파일 그래프·kernel·checkpoint 안 흔들림).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874519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1b. Knowledge Seeding — teacher/student가 누구인가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teacher = expansion 전 모델(빠른 블록이 아직 안 덮인, 그 지식을 든 자기 자신).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student = 확장 + 빠른 블록 갱신 후(빠른 블록 지식은 잃고, 느린 블록에 빈 expert 하나 받은 상태).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distillation이 student 출력을 teacher로 당김 — 움직일 수 있는 건 새 expert뿐. GKD = teacher 데이터 + student on-policy rollout. student 전부 freeze, 새 expert만 학습.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874519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1c. LTI + 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distillation만으론 '아는 것 ≠ 쓰는 것' — teacher를 약하게만 흉내. LTI(RL): teacher 데이터 앞부분 주고 이어쓰게 해, 잘 쓰면 보상.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보상 = semantic(frozen reward model, 의미 같으면 1) + absolute(편집거리 토큰 유사도).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끝나면 reset: 빠른 블록의 과거 expert들을 지워 capacity 회수 = 'eviction 전 write-back' cache 정책.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6858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순 효과 — 하나의 불변식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빠른 메모리는 작고 유연하게, 느린 메모리는 단조 성장하며 '신선한 expert로만' 쓰인다.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2: Dreaming + 정직성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자기 생성 데이터로 자신을 고쳐 쓴다 (REM) — 단 knob은 meta-learn 안 됨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580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83" y="1371600"/>
            <a:ext cx="391315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8 — sleep 사이클마다 router가 expert를 골라 갱신, random expert로 novelty 주입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 위에 시연, plug-in)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모델이 성능을 올려 줄 합성 데이터(dream)를 스스로 생성하는 self-modification. 5단계: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생성(모든 MoE router가 random expert 추가로 켬=novelty 주입) → 선별(gradient importance) → 적용(격리 복사본 LoRA fine-tune) → 보상(실제 task 개선되면 1) → 강화(ReST^EM, value network 없는 EM RL).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consolidation 먼저·dreaming 나중: 취약 지식을 새 expert에 격리한 뒤 반복 self-training.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세 번째 regime + 정직한 이음새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regime 1 pre-training · 2 wake(CMS 갱신) · 3 sleep(배포 중 주기적 '진짜 gradient 훈련', 신세계).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caveat: sleep 기제(혼합계수·reward model·ReST^EM)는 pre-training에서 end-to-end meta-learn 안 됨 — 이 라인 최초로 핵심이 미분되는 inner loop가 아니라 알고리즘 wrapper. 실험 대부분이 Llama/Qwen에 graft.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 순서(consolidate→dream)인가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갓 배운 취약한 지식을 새 expert에 격리해 둔 다음 dreaming의 반복 self-training을 돌려야, 그 지식이 덜 잊힌다.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결과 &amp; 6편의 완성형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방향은 일관 · 서빙 형태가 바뀐다 · 단 실증은 1.3B에 멈춤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4253"/>
            <a:ext cx="5285232" cy="12378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0829"/>
            <a:ext cx="5212080" cy="116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class-incremental(CLINC 등): consolidation 얹은 Hope가 ICL·EWC·순정 Hope 상회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5087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(방향·비율)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sleep 단계 늘릴수록 단조 개선. SQuAD SEAL 프로토콜에서 Sleep&gt;SEAL(Dreaming 제거하면 폭락). few-shot ARC: Llama-1B ICL 0%→SEAL 72.5%→Sleep 80%. 수학 Qwen3-8B AIME-24 Sleep 79.2 &gt; GRPO 76.4.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효율: step당 SFT의 4배지만, 목표 성능 wall-clock은 SFT가 3.6~4.8배 더 걸림 → 사는 건 싼 step이 아니라 step·sample 효율.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97180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함의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inference가 forward-only가 아님(RMW 트래픽=cost model 새 항). session state = KV cache가 아니라 per-user weight-delta(=multi-tenant LoRA 서빙). sleep = 서빙에 붙는 스케줄 훈련 job, 매번 새 버전.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6편의 완성형 (개념적)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state는 모든 시간규모에서 weight · 모든 블록은 같은 associative memory · inner optimizer는 아키텍처와 대등한 설계면 · 훈련은 어디서나 chunk-anchored · lifecycle은 wake/sleep. Titans가 연 'test-time 학습'이 여섯 편째에 train/test 경계 자체를 지운다. (단 from-scratch 실증은 아직 1.3B.)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roofline (H100 트윈)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HOPE block을 실제 수치로 — 어디가 병목인가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3845" y="1335024"/>
            <a:ext cx="5250269" cy="288950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1" y="1371600"/>
            <a:ext cx="5177117" cy="2816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1 HOPE block(self-mod Titans→CMS)의 전 연산 DAG (B=1, chunk C, d=2048)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901586"/>
            <a:ext cx="5468112" cy="17563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hope-roof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38162"/>
            <a:ext cx="5394960" cy="16832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06240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roofline·op별 시간·PIM 비교 (BW 3.35TB/s, peak 0.99PF, ridge 295)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병목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C=1 디코드는 roofline 왼쪽(memory-bound). op별로 보면 CMS/DGD-apply의 state read-modify-write가 지배적. state(≈134MB) + weights를 매 토큰 HBM(3.35TB/s)에서 읽어야 해 block당 ~203µs(ideal 하한).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