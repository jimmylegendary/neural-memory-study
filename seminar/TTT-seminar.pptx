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오늘의 지도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1" i="0">
                <a:solidFill>
                  <a:srgbClr val="2A6F97"/>
                </a:solidFill>
                <a:latin typeface="Noto Sans CJK KR"/>
              </a:rPr>
              <a:t>A.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664207"/>
            <a:ext cx="78638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학습이 처음인 분을 위해 — 2-layer MLP 학습 한 바퀴, optimizer의 역사(GD→AdamW), 그리고 대안 계열(linear attention·DeltaNet·Mamba2)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036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1" i="0">
                <a:solidFill>
                  <a:srgbClr val="2A9D8F"/>
                </a:solidFill>
                <a:latin typeface="Noto Sans CJK KR"/>
              </a:rPr>
              <a:t>B. 논문 6편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990088"/>
            <a:ext cx="78638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핵심 발명을 먼저 → 어떻게 구현 → 어떻게 증명. Titans가 연 프레임을 Miras·Atlas·TNT가 확장하고, HOPE가 전부 통합, Sleep이 offline으로 확장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500" b="1" i="0">
                <a:solidFill>
                  <a:srgbClr val="C9A227"/>
                </a:solidFill>
                <a:latin typeface="Noto Sans CJK KR"/>
              </a:rPr>
              <a:t>C. System modeling (우리 기여)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4315968"/>
            <a:ext cx="78638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이 배포 형태가 서빙에서 얼마나 드는가 — decode는 memory-bound. 8개 가속기 크로스 측정 + scaling 청사진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093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1">
                <a:solidFill>
                  <a:srgbClr val="5A5F68"/>
                </a:solidFill>
                <a:latin typeface="Noto Sans CJK KR"/>
              </a:rPr>
              <a:t>핵심 원리 하나: 학습(training)은 '가중치가 움직이는 것'이고, 이 계열은 그 움직임을 추론(inference) 중에도 계속한다.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46120"/>
            <a:ext cx="11155680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∂L/∂z → ∂L/∂W₂, ∂L/∂a → ∂L/∂h → ∂L/∂W₁, ∂L/∂head.  각 파라미터 W의 gradient g = ∂L/∂W 를 구해 W.grad 에 채운다(순전파의 역순, 체인 룰).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31720"/>
            <a:ext cx="10058400" cy="896112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224528"/>
            <a:ext cx="704088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9A227"/>
                </a:solidFill>
                <a:latin typeface="Noto Sans CJK KR"/>
              </a:rPr>
              <a:t>③ optimizer.step()  — AdamW (gradient g를 받아 '얼마나·어느 방향' 결정)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m ← β₁·m + (1−β₁)·g          (1차 모멘텀: 방향의 관성)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v ← β₂·v + (1−β₂)·g²         (2차 모멘텀: 좌표별 스케일)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m̂,v̂ = 편향보정 ;  ΔW = −η·m̂/(√v̂+ε)   −  η·λ·W  ← decoupled decay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24528"/>
            <a:ext cx="38862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/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/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1115568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문장.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학습 = ①forward로 예측 → ②backward로 'gradient(어디가 틀렸나)' → ③optimizer로 'gradient를 기억·가공(m,v)해 갱신량' → ④weight 이동. 이 계열은 ②③④를 추론 중에도 돌린다.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