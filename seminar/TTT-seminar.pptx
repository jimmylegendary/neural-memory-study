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 — 세 파트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657600" cy="74980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A. Background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학습이 처음이라면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A1. 학습 한 바퀴 (2-layer MLP)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forward→loss→backward→optimizer→update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A2. Optimizer의 역사 (수식)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계보 지도 → GD·SGD·Momentum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Adagrad·RMSProp·Adam·AdamW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A3. 대안 계열 (개념별 1장)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linear attention · DeltaNet · Gated DeltaNet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SSM · Mamba · Mamba-2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98448"/>
            <a:ext cx="3657600" cy="7498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B. 논문 6편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핵심 발명 → 논거 → 증명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B1. Titans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test-time 신경망 메모리 · MAC/MAG/MAL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B2. Miras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4축 설계공간 (메모리=online 최적화)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B3. Atlas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Omega rule · 용량 확장 · Muon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B4. TNT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chunk 정렬 · global/local · serving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optimizer=memory · self-mod · CMS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B6. Sleep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offline consolidation · Dreaming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98448"/>
            <a:ext cx="356616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98448"/>
            <a:ext cx="3566160" cy="74980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C. System modeling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우리 기여 — 서빙 비용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267712"/>
            <a:ext cx="309067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C0. 방법론 (HATIR · HAT schema)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무엇으로 뽑았고 왜 신뢰할 수 있나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C3. HOPE-block roofline (H100 트윈)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C4. zHBM · HBM-PIM · SRAM scaling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C5. scaling 청사진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00400"/>
            <a:ext cx="11183112" cy="822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출력 쪽 ∂L/∂z 부터 체인 룰로 거슬러 ∂L/∂W₂ → ∂L/∂a → ∂L/∂h → ∂L/∂W₁ 까지. 각 파라미터 W의 gradient g=∂L/∂W 를 구해 W.grad 에 채운다(순전파의 역순).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04288"/>
            <a:ext cx="10058400" cy="877824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187952"/>
            <a:ext cx="704088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261104"/>
            <a:ext cx="6766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③ optimizer.step() — AdamW (g를 받아 '얼마나·어느 방향' 결정)</a:t>
            </a:r>
          </a:p>
        </p:txBody>
      </p:sp>
      <p:pic>
        <p:nvPicPr>
          <p:cNvPr id="27" name="Picture 26" descr="8f4cf40be9f8a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343" y="4599432"/>
            <a:ext cx="2176913" cy="1051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57800" y="4645152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1차 모멘텀 =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92624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2차 모멘텀 = 보폭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5340096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decoupled weight decay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4187952"/>
            <a:ext cx="388620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94360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학습 = ①forward 예측 → ②backward로 gradient(어디가 틀렸나) → ③optimizer로 가공(m,v)해 갱신량 → ④weight 이동. 이 계열은 ②③④를 '추론 중에도'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f00736dbc49d4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454967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53419" y="3081528"/>
            <a:ext cx="8402260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weight decay = L2 정규화를 gradient에 더함</a:t>
            </a:r>
          </a:p>
        </p:txBody>
      </p:sp>
      <p:pic>
        <p:nvPicPr>
          <p:cNvPr id="11" name="Picture 10" descr="772fa5ae67c583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4136309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763" y="3421469"/>
            <a:ext cx="5720916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방향 m · 보폭 v</a:t>
            </a:r>
          </a:p>
        </p:txBody>
      </p:sp>
      <p:pic>
        <p:nvPicPr>
          <p:cNvPr id="13" name="Picture 12" descr="e5eac3f6e4325a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1998231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6680" y="3785615"/>
            <a:ext cx="7858999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28231" y="4332642"/>
            <a:ext cx="8227448" cy="5013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λθ가 m̂ 안에 섞여 1/√v̂로 스케일됨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 weight decay는 보통 L2로 적용(위 g_t).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그런데 λθ가 √v̂로 나뉘어 좌표마다 다르게 적용 = 왜곡. 이 항을 밖으로 빼면?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87db521ebf2098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52800"/>
            <a:ext cx="3108960" cy="50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7408" y="3325368"/>
            <a:ext cx="6748272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g=∇L+λθ → λθ가 √v̂에 얽힘 (왜곡)</a:t>
            </a:r>
          </a:p>
        </p:txBody>
      </p:sp>
      <p:pic>
        <p:nvPicPr>
          <p:cNvPr id="11" name="Picture 10" descr="5cf479cd14dde9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05072"/>
            <a:ext cx="3736848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35296" y="3977639"/>
            <a:ext cx="6120384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−ηλθ를 분리 → √v̂와 무관하게 일정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위 두 식의 차이 = 맨 끝 −ηλθ 항. AdamW는 decay를 adaptive 스케일(1/√v̂) 밖으로 빼 정규화가 좌표마다 일관 → 일반화↑. 오늘 LLM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다른 접근들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왜 softmax attention을 벗어나나 — sequence를 '상태'로 압축하는 계열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49240" cy="16002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softmax attention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문맥이 길수록 KV 캐시가 선형으로 증가(메모리 폭발)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토큰마다 전체를 다시 봄 → 계산 O(n²)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무엇을 '기억'할지 압축이 없다 — 전부 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89320" y="2167128"/>
            <a:ext cx="731520" cy="0"/>
          </a:xfrm>
          <a:prstGeom prst="line">
            <a:avLst/>
          </a:prstGeom>
          <a:ln w="2540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12280" y="1371600"/>
            <a:ext cx="484632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고정 크기 '상태' S로 압축하는 RNN류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토큰마다 상태 S를 '어떤 규칙으로' 갱신하느냐가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계열을 가른다. 이 관점이 곧 Titans의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memory update(=test-time 학습)로 이어진다.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S를 더하기만 (additive)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누적 간섭이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C9A227"/>
                </a:solidFill>
                <a:latin typeface="Noto Sans CJK KR"/>
              </a:rPr>
              <a:t>DeltaNet → Gated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 rule로 덮어쓰기·수정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+ forget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6F97"/>
                </a:solidFill>
                <a:latin typeface="Noto Sans CJK KR"/>
              </a:rPr>
              <a:t>SSM · Mamba-2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구조화된 선형 recurrence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선택적 상태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183112" cy="1078992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공통 렌즈 — 다음 6개를 관통하는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모두 "상태 S를 토큰마다 갱신하는 선형 recurrence"다. 규칙의 차이일 뿐 — 더하기(linear), 덮어쓰기(delta), 잊기(gated), 구조화(SSM). → Titans는 이 갱신을 '작은 신경망 메모리를 gradient로 학습'하는 것으로 승격시킨다(Part 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53328"/>
            <a:ext cx="1118311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* delta rule: 현재 상태가 key로 조회했을 때 내놓는 값과 목표 value의 '예측오차'만큼만 상태를 고치는 규칙. 손실 ½‖S·k − v‖²에 대한 gradient step 한 번과 같다.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(1/6)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Linear Attention  ·  선형 어텐션 (Katharopoulos 2020)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softmax attention은 계산 O(n²)이고 KV 캐시가 문맥 길이에 비례해 커진다. 이를 고정 크기 상태의 O(n) 순환식으로 바꾸고 싶다.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f32f52eabe410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4675"/>
            <a:ext cx="5486400" cy="390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S_t : 상태 행렬 (d×d) = fast weights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φ(·) : 양수 feature map (커널)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k_t, v_t : key·value 벡터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q_t : query,  o_t :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softmax의 '유사도 합'을 외적 φ(k)vᵀ의 누적으로 대체한다. 상태 S에 (key→value) 연상을 계속 더해, 고정 크기 상태로 무한 문맥을 요약.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시간 O(n)·메모리 O(1)(문맥 무관). 순환 형태라 디코드가 토큰당 상수 비용.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그냥 '더하기'만 한다 → 오래된·충돌하는 연상이 누적 간섭(crosstalk)하고 용량이 포화. (덮어쓰기가 없음)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(2/6)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DeltaNet  ·  델타넷 (Schlag/Yang, delta rule)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linear attention의 '무한 누적 간섭'을 줄이자. 이미 저장된 연상을 덮어쓰거나 오차만큼 고치자.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dbd43858e70560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77584"/>
            <a:ext cx="5486400" cy="545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S_{t-1}k_t : 지금 상태가 k_t에 내놓는 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(S_{t-1}k_t − v_t) : 예측오차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 : 쓰기 강도(0~1) = learning 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 kᵀ : 그 key 방향에만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key k_t로 조회한 값을 목표 v_t에 가깝게 '오차만큼' 수정. 이는 손실 ½‖S·k_t − v_t‖²에 대한 gradient step 한 번(β=학습률)과 정확히 같다.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기존 연상을 덮어써 간섭↓ → 같은 용량으로 더 정확한 회상.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오래된 기억을 '잊는' 장치가 없어 용량이 결국 포화한다. (forget이 없음)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(3/6)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Gated DeltaNet  ·  게이트 델타넷 (+forget)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DeltaNet엔 망각이 없어 용량이 포화한다. 오래된 기억을 서서히 감쇠(잊기)하자.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08ba6da12076b3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98463"/>
            <a:ext cx="5486400" cy="503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 : forget gate (0~1, 데이터 의존)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α_t·S_{t-1} : 상태 전체를 감쇠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β_t, k_t : DeltaNet과 동일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 k − v) : 예측오차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매 스텝 상태를 α_t배로 감쇠(오래된 기억 소거)한 뒤 delta rule로 새 정보를 기입. = decay(정규화)가 붙은 online gradient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유한 용량을 재활용 → 긴 문맥에서도 안정, 최신 정보 반영.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갱신 규칙(무엇을·얼마나·잊을지)이 여전히 '고정된 손실·고정 학습률'. 규칙 자체를 학습하지는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(4/6)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SSM (S4)  ·  상태공간 모델 (Structured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RNN은 순차적·불안정하고 attention은 O(n²). 긴 의존성을 '구조화된 선형 recurrence'로 안정적·병렬적으로 다루자.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3ea98614353b7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2753"/>
            <a:ext cx="5486400" cy="3747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h_t : 은닉 상태 (N차원)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A : 상태전이 (HiPPO 등으로 구조화)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 : 입력→상태,  C : 상태→출력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x_t 입력,  y_t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입력을 구조화된 선형 시스템의 상태에 누적. A의 구조(HiPPO)가 과거를 잘 요약하도록 설계돼, convolution으로 병렬 학습·recurrence로 O(1) 디코드.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의존성을 안정적으로 포착, 선형 시간, 병렬 학습 가능.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A,B,C가 입력과 무관(시간 불변) → 내용에 따라 '무엇을 기억할지' 선택하지 못한다.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(5/6)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 (S6)  ·  선택적 SSM (Selective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SSM의 A,B,C가 고정이라 내용 선택이 안 된다. 상태 갱신을 입력에 따라 '선택적'으로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bc4b963814223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4883"/>
            <a:ext cx="5486400" cy="3704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Δ_t : 입력 의존 시간간격 = 게이트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B_t, C_t : 입력 의존 투영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Ā_t : 이산화된 상태전이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f(·) : 작은 투영망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토큰마다 '얼마나 상태를 갱신·유지할지'를 입력이 정한다(selective). 중요한 토큰은 크게 반영, 무의미하면 건너뜀. hardware-aware 스캔으로 병렬.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내용 기반 선택 → Transformer급 품질 + 선형 시간, 초장문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상태 갱신이 '고정된 선형식 + 선택 게이트'. 메모리를 gradient로 '학습'하지는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(6/6)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Mamba-2 (SSD)  ·  State-Space Duality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attention과 SSM이 따로 논다. 둘을 이론으로 잇고(duality), 텐서코어로 더 빠르게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59e0e86d52df35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82906"/>
            <a:ext cx="5486400" cy="334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L : 하삼각 마스크 (decay 구조)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C Bᵀ : attention 유사 행렬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∘ : 원소곱(Hadamard)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 입력,  Y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SSM의 순환식이 '마스킹된 attention'과 수학적으로 등가(duality)임을 보인다 → 훨씬 큰 상태를 텐서코어 친화적으로 빠르게 구현.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표현력 + SSM의 선형성. 큰 상태를 고속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'고정 규칙'의 선형 recurrence. "sequence layer = 상태 갱신 규칙" 관점만 확립 — 규칙을 학습으로 승격하는 건 Titans~HOPE의 몫.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논문 6편 — 핵심 발명 먼저, 그다음 어떻게 증명했나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(2501.00663)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 — test-time에 학습되는 신경망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문맥을 KV에 쌓지 말고, test-time에 '학습되는' deep neural memory(작은 MLP)에 압축한다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O(n²)·KV 폭발 대신, 고정 크기 신경망이 무엇을 기억할지 스스로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무엇을·얼마나 기억할지 = surprise(gradient) + momentum(과거 surprise) + forgetting(decay)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예측이 놀라운(=gradient 큰) 토큰을 더 기억, 관성으로 이어가고, 오래된 건 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메모리를 아키텍처에 꽂는 3가지 방식: MAC · 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persistent(작업기억) + core(attention) + contextual(장기 메모리)의 결합 방식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linear/KV의 용량·간섭 한계 → 메모리를 '학습되는 MLP'로 → 무엇을 배우나=k→v 연상(‖M(k)−v‖²) → 얼마나=surprise+momentum+forget → 병렬화=momentum을 associative scan으로 → 어디에 꽂나=MAC/MAG/MAL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언어모델링 perplexity · NIAH(needle) · BABILong(초장문 추론)에서 baseline 상회, 메모리 깊을수록 개선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 = 작은 MLP를 test-time에 gradient로 갱신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212080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무엇을 배우나 — key→value 연상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 x_t → k_t=x_tW_K, v_t=x_tW_V. 메모리 M이 k_t를 넣으면 v_t가 나오도록 학습.</a:t>
            </a:r>
          </a:p>
        </p:txBody>
      </p:sp>
      <p:pic>
        <p:nvPicPr>
          <p:cNvPr id="6" name="Picture 5" descr="55726861afe015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8811"/>
            <a:ext cx="5669280" cy="62853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2468880"/>
            <a:ext cx="1115568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5486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 규칙 (η, θ, α는 데이터 의존)</a:t>
            </a:r>
          </a:p>
        </p:txBody>
      </p:sp>
      <p:pic>
        <p:nvPicPr>
          <p:cNvPr id="9" name="Picture 8" descr="77a95ab21a66db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035808"/>
            <a:ext cx="1572768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807208" y="2944368"/>
            <a:ext cx="8119871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momentary surprise = gradient</a:t>
            </a:r>
          </a:p>
        </p:txBody>
      </p:sp>
      <p:pic>
        <p:nvPicPr>
          <p:cNvPr id="11" name="Picture 10" descr="96c2722c860114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89376"/>
            <a:ext cx="1456944" cy="1706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91383" y="3291840"/>
            <a:ext cx="8235695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surprise memory (momentum, η=관성)</a:t>
            </a:r>
          </a:p>
        </p:txBody>
      </p:sp>
      <p:pic>
        <p:nvPicPr>
          <p:cNvPr id="13" name="Picture 12" descr="ad43ce2e3389ef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730752"/>
            <a:ext cx="1892807" cy="1828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27247" y="3639312"/>
            <a:ext cx="7799831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forgetting gate α로 오래된 기억 감쇠</a:t>
            </a:r>
          </a:p>
        </p:txBody>
      </p:sp>
      <p:pic>
        <p:nvPicPr>
          <p:cNvPr id="15" name="Picture 14" descr="e74dba36c4cc7f8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078224"/>
            <a:ext cx="868680" cy="1828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03120" y="3986783"/>
            <a:ext cx="8823959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읽기: query q_t를 갱신된 메모리에 통과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61772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핵심 포인트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3식은 A2의 'momentum + weight decay가 붙은 gradient descent'와 정확히 같은 모양이다 — 다만 대상이 모델 파라미터가 아니라 '추론 중 메모리 M'이다. 즉 학습(training)의 도구를 추론(inference) 안으로 가져왔다.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어디에 꽂나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MAC · MAG · MAL — 메모리를 아키텍처에 넣는 3가지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21132"/>
            <a:ext cx="5605272" cy="19526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57708"/>
            <a:ext cx="5532120" cy="1879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05993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MAC: 메모리를 검색해 attention의 '문맥'으로 넣음 (persistent+core+contextual)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744432"/>
            <a:ext cx="5468112" cy="19060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1008"/>
            <a:ext cx="5394960" cy="18329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05993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MAG: 장기 메모리 분기와 sliding-window attention 분기를 게이트로 결합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17720"/>
            <a:ext cx="1115568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세 방식의 차이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MAC=메모리 출력을 문맥으로 concat(가장 강함, 느림) · MAG=게이트로 혼합 · MAL=메모리를 attention 앞 레이어로. 공통: persistent memory(입력 독립 작업기억) + core(단기 attention) + long-term memory(위 식으로 학습). MAL은 그림 생략(레이어형).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초장문에서 baseline 상회, 메모리가 깊을수록 좋아진다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1701" y="1335024"/>
            <a:ext cx="3614557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277" y="1371600"/>
            <a:ext cx="354140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Titans(MAC)가 GPT-4·Mamba·RMT 등보다 긴 문맥에서 우위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4096"/>
            <a:ext cx="5468112" cy="1438207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60672"/>
            <a:ext cx="5394960" cy="1365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깊이(MLP 층수)↑ → perplexity↓, 특히 긴 문맥에서 이득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왼쪽: 문맥 길이가 늘어도 정확도 유지(=압축이 실제로 기억을 보존). 오른쪽: '메모리를 깊게 = 표현력↑'이 실측으로 확인 → 뒤 논문들이 '메모리 용량·표현력'을 키우는 방향으로 나아가는 근거.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(2504.13173)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Miras — 메모리는 하나의 online 최적화; 4축 설계공간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sequence layer = 하나의 online 최적화 문제로 통일해 볼 수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Titans·DeltaNet·linear attention 등은 모두 '어떤 목적을 어떤 규칙으로 최소화하나'의 특수해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설계는 4개의 축으로 분해된다: attentional bias · retention · architecture ·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① 무엇을 기억(손실) ② 무엇을 잊기(retention) ③ 메모리 구조 ④ 갱신 알고리즘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이 축에서 새 인스턴스를 만든다: Moneta · Yaad · Memora (FTRL·Learning-Retaining)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발명이라기보다 '설계 공간의 존재 증명 + 각 축의 효과를 실험으로 확인'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 재해석(surprise=attentional bias, forget=retention) → 축을 일반화 → 손실을 L2에서 Lp/robust로, retention을 다양하게 → 새 조합 Moneta/Yaad/Memora → 축별 ablation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모델 크기·문맥 길이 스케일링(Fig.3), 손실차수 p·retention q의 효과(Fig.4)로 각 축이 실제로 성능을 가른다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4축 설계공간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메모리를 4개의 독립적 '선택'으로 분해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02090"/>
            <a:ext cx="5193792" cy="272229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8666"/>
            <a:ext cx="5120640" cy="2649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91456"/>
            <a:ext cx="512064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Miras 프레임워크: 4가지 핵심 선택으로 sequence layer를 구성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① 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기억? = 손실 함수. Titans의 ‖M(k)−v‖²는 한 예. Lp·robust로 바꿀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04872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② Retention gate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잊나? = 정규화/감쇠. forget gate가 여기 속한다.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392424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③ Memory architecture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메모리의 구조: vector · matrix · deep MLP.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379976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④ Learning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어떻게 갱신? GD · momentum · FTRL · Learning-Retaining.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5568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Titans를 특수점으로 품는 지도를 그려, '무엇을 바꾸면 무엇이 좋아지나'를 조직적으로 탐색 가능하게 했다. 이후 Atlas·HOPE는 이 축들을 각자 밀어붙인 결과다.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축을 움직이면 성능이 예측대로 변한다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42681"/>
            <a:ext cx="5605272" cy="12924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79257"/>
            <a:ext cx="5532120" cy="1219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모델 크기·문맥 길이에 따른 스케일링 — Miras 변형들이 안정적으로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Fig.3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3148" y="1335024"/>
            <a:ext cx="3115943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9724" y="1371600"/>
            <a:ext cx="3042791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손실 차수 p·retention q의 효과 — 축 선택이 문맥 길이별 성능을 가른다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각 축을 독립적으로 흔들었을 때 성능이 단조·예측 가능하게 반응 → '설계 공간'이 실재함을 뒷받침. 이 관점이 다음 Atlas(용량 축)와 HOPE(알고리즘 축)의 출발점.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(2505.23735)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Atlas — 토큰이 아니라 '문맥'을 기억하고, 용량을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Omega rule: 개별 토큰이 아니라 sliding-window '문맥 전체'를 한 번에 기억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γ_{t,i} 가중으로 최근 c개 토큰을 함께 최적화 — 'learning to memorize the context'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feature map φ_p로 메모리 용량을 matrix 한계(√params) 너머 d^p까지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polynomial feature map으로 표현력↑ (softmax는 사실상 무한 용량의 극단)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 학습을 GD가 아니라 Muon(근사 2차) optimizer로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곡률 정보를 써 더 잘·빠르게 메모리를 적합 — A2의 optimizer 발전을 메모리 학습에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메모리 용량이 병목(Titans Fig.7의 연장) → Hopfield 용량 이론 → feature map 투영으로 확장 → 문맥 단위 목적(Omega) → 최적화도 Muon으로 → DeepTransformers/Dot 변형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BABILong에서 Titans 초과(Fig.4), associative recall 용량 실험(Fig.7), 문맥·FLOPs 스케일링(Fig.8)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문맥 단위 기억(Omega) + 용량 확장(feature map)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79660"/>
            <a:ext cx="5559552" cy="152707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6236"/>
            <a:ext cx="5486400" cy="14539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SWA vs Atlas/Omega: 문맥 내 토큰 의존성을 더 넓게 연결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Omega rule (문맥 단위 목적)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최근 c개 토큰을 γ 가중으로 한 번에 적합:</a:t>
            </a:r>
          </a:p>
        </p:txBody>
      </p:sp>
      <p:pic>
        <p:nvPicPr>
          <p:cNvPr id="9" name="Picture 8" descr="5404d83c5f5ab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9554" y="2606040"/>
            <a:ext cx="2831690" cy="685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429000"/>
            <a:ext cx="5486400" cy="11430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용량 확장 + Muon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φ_p(k)로 차원을 d→d^p로 올려 저장 용량↑. 학습은 Muon(근사 2차)로 곡률을 활용.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 요지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Titans가 '무엇을 기억하나(연상)'를 열었다면, Atlas는 '얼마나 많이·문맥 단위로 기억하나(용량)'를 키운다. Miras의 architecture·algorithm 축을 밀어붙인 결과.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Titans를 넘어서고, 용량이 실제로 커진다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7054" y="1335024"/>
            <a:ext cx="4403852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630" y="1371600"/>
            <a:ext cx="433070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Atlas가 Titans 성능을 초과, 초장문에서 효과적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74491" y="1335024"/>
            <a:ext cx="4173256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067" y="1371600"/>
            <a:ext cx="4100104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associative memory recall: feature map으로 저장 용량이 늘어남을 확인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왼쪽=같은 벤치에서 Titans 대비 향상(용량·Omega의 효과). 오른쪽=저장할 연상 쌍이 많아져도 회상 유지 → '용량 확장'이 말뿐이 아님을 직접 보여줌.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(2511.07343)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TNT — 학습 레시피와 serving 구조를 함께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train chunk와 serve chunk가 다르면 품질이 붕괴한다 (핵심 관찰)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C=64로 학습한 550M Titans를 chunk=1로 서빙하면 성능 급락 — 학습/추론 불일치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해법: train chunk(큰)와 serve chunk(작은)를 decouple하고 2-stage로 정렬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큰 chunk로 싸게 병렬 학습 → 2단계로 작은 serve chunk에 맞춰 재정렬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hierarchical memory: global(prefill, 병렬) / local(decode, 세밀)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문맥은 global로 한 번에, 생성은 local로 토큰별 — 병렬성과 정밀도를 모두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67328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3767328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Q-K projection 추가로 메모리 읽기/쓰기 표현력 보강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정렬과 함께 serving 품질을 끌어올리는 보조 장치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81144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deep memory를 큰 chunk로 싸게 훈련 → 그런데 serve chunk가 다르면 붕괴(2.6배 악화) → 2-stage로 정렬 → 계층 메모리로 병렬+세밀 → serving 구조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22392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sweep의 V자 곡선(Fig.2), 최대 17배 속도(Fig.4/5), 품질 표로 train/serve 정렬 효과 입증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 계층(global/local) + 2-stage 정렬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07903"/>
            <a:ext cx="5605272" cy="151631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44479"/>
            <a:ext cx="5532120" cy="14431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계층 다이어그램: 같은 t의 갱신을 계층적으로(global↔local)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Fig.1</a:t>
            </a:r>
          </a:p>
        </p:txBody>
      </p:sp>
      <p:sp>
        <p:nvSpPr>
          <p:cNvPr id="8" name="Rectangle 7"/>
          <p:cNvSpPr/>
          <p:nvPr/>
        </p:nvSpPr>
        <p:spPr>
          <a:xfrm>
            <a:off x="7911790" y="1335024"/>
            <a:ext cx="2098659" cy="286207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8366" y="1371600"/>
            <a:ext cx="2025507" cy="2788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9709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Stage 1 아키텍처 개요 — 큰 chunk 병렬 학습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왜 2-stage인가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Stage1: 큰 chunk로 저비용 병렬 학습(throughput 확보). Stage2: serve chunk(작게)에 맞춰 재정렬해 train/serve 불일치를 제거. 이렇게 해야 '싸게 학습 + 정확한 서빙'이 동시에 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chunk 정렬이 품질을, 계층이 속도를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8412" y="1335024"/>
            <a:ext cx="3521135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988" y="1371600"/>
            <a:ext cx="344798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serve chunk 민감도(V자): train chunk와 맞을 때 최적, 어긋나면 급락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4332" y="1335024"/>
            <a:ext cx="4033574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908" y="1371600"/>
            <a:ext cx="3960422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runtime 비교: 시퀀스가 길어질수록 최대 17배 빠른 서빙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 V자 = 'train/serve chunk mismatch가 진짜 품질을 죽인다'의 직접 증거. 오른쪽 = 계층 메모리로 긴 문맥 서빙이 실제로 빨라짐. 이 논문은 '어떻게 배포하나'를 처음으로 정면으로 다룬다.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/ HOPE (2512.24695)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 — 모든 부품이 '어떤 주파수의 메모리'인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Expressive Optimizers: optimizer는 gradient를 압축하는 associative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momentum·Adam·Muon = 메모리의 특수형 → 더 표현력 큰 optimizer(DGD·M3)로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Self-Modifying Titans: 투영·게이트까지 메모리로 만들어 자기 갱신 규칙을 스스로 수정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6개 메모리 {k,v,q,η,α,mem} 중 q만 static, 나머지는 test-time에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CMS(Continuum Memory System): long/short를 '연속 주파수' 스펙트럼으로 일반화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주파수의 MLP 블록을 이어 붙임 — TNT의 global/local을 연속체로 확장. 합 = HOPE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backprop도 self-referential memory → optimizer도 memory → 그럼 architecture와 optimizer는 같은 것의 다른 레벨 → 레벨을 더 쌓자(higher-order ICL) → self-mod + CMS = HOPE. ICL은 창발이 아니라 ≥2레벨의 structural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760M/1.3B 벤치(Transformer++·RWKV7·DeltaNet·Titans 대비), BABILong, 메모리 레벨 ablation, M3 optimizer(ViT)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 자체를 '중첩된 최적화(=메모리)의 층'으로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47761"/>
            <a:ext cx="5559552" cy="23908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4337"/>
            <a:ext cx="5486400" cy="2317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Nested Learning: 모델과 그 학습절차를 중첩된 최적화 문제들의 집합으로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핵심 재해석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optimizer가 하는 일(과거 gradient를 모아 다음 스텝을 정함) = '연상 메모리'다. 그럼 momentum은 선형 메모리, Adam·Muon도 메모리의 특수형.</a:t>
            </a:r>
          </a:p>
        </p:txBody>
      </p:sp>
      <p:pic>
        <p:nvPicPr>
          <p:cNvPr id="9" name="Picture 8" descr="3dff4bfd538aeb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42458"/>
            <a:ext cx="5120640" cy="224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그래서 무엇이 열리나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optimizer를 '더 표현력 있는 메모리'(Deep GD·delta-momentum·M3)로 바꿀 수 있고, 이 최적화 층을 여러 개 쌓으면 higher-order in-context learning이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ICL에 대한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in-context learning은 큰 모델에서 '창발'하는 마법이 아니라, 최소 2개 레벨의 중첩 최적화를 가지면 구조적으로(structural) 따라 나오는 성질이다 — Fig.7의 레벨 ablation이 이를 뒷받침.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투영·게이트까지 메모리 — 자기 갱신 규칙을 스스로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M_k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key 투영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3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M_v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value 투영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463040"/>
            <a:ext cx="1783080" cy="960120"/>
          </a:xfrm>
          <a:prstGeom prst="roundRect">
            <a:avLst/>
          </a:prstGeom>
          <a:solidFill>
            <a:srgbClr val="ECEEF1"/>
          </a:solidFill>
          <a:ln w="1778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8A8F98"/>
                </a:solidFill>
                <a:latin typeface="Noto Sans CJK KR"/>
              </a:rPr>
              <a:t>M_q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 투영 (static)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7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M_η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M_α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 게이트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M_mem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본체 메모리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5F68"/>
                </a:solidFill>
                <a:latin typeface="Noto Sans CJK KR"/>
              </a:rPr>
              <a:t>↑ 6개 메모리 중 q만 static(고정), 나머지 5개는 추론 중 갱신됨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무엇이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Titans는 본체 메모리 M_mem만 갱신했다. HOPE는 '무엇을 key/value로 삼을지(투영)'와 '얼마나 기억·잊을지(게이트)'까지 메모리로 만들어 test-time에 함께 갱신한다.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어떻게 갱신하나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target을 스스로 만든다(self-target: v̂_□ = M_□(v_t)). 갱신은 DGD-with-weight-decay, gradient는 full backprop. 출력은 갱신 전(chunk 시작) 메모리로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Titans의 '고정된 투영'을 풀어, 모델이 자신의 학습 규칙(무엇을 어떻게 기억할지)을 데이터에 맞춰 바꾸게 만든 것. q를 고정으로 남긴 건 안정적 읽기 기준을 유지하기 위함(추론).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— Continuum 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long/short를 '연속 주파수'의 메모리 블록들로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f₁ (느림·저주파)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chunk마다 1스텝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66160" y="2011680"/>
            <a:ext cx="822960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8912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f₂ (중간)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중간 chunk마다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0" y="2011680"/>
            <a:ext cx="822959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55279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f₃ (빠름·고주파)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작은 chunk마다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forward: y = MLP^(f₃)( … MLP^(f₁)(x) )  · 각 블록은 자기 주파수 경계에서 gradient를 모아 1스텝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TNT와의 관계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TNT의 global/local(2단계)을 임의 개수의 주파수로 일반화. 느린 블록=장기 문맥, 빠른 블록=국소 세부. 블록 간 전달은 '가중치 복사'가 아니라 forward 활성으로.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meta-learned 초기상태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각 블록의 '리셋 지점'(초기 상태)은 사전학습으로 meta-learn. 느린 블록이 빠른 블록의 리셋 초기값을 제공. 이건 런타임 diff 전달이 아니라 시작점 설정(→ B6 Sleep가 그 diff 전달을 맡음).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HOPE = self-modifying Titans + CMS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자기수정(어떻게 기억할지) + 연속 주파수(언제 기억할지)를 합치면, '모든 부품이 어떤 주파수의 메모리'인 하나의 중첩 시스템 = HOPE가 된다.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HOPE의 렌즈로 앞 4편을 한 문장씩 다시 읽기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417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메모리 = gradient로 학습되는 신경망(surprise+momentum+forget).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그 optimizer(momentum 등)마저 메모리 → 아키텍처와 optimizer가 같은 것의 두 레벨.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560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4축(attentional bias·retention·architecture·algorithm)으로 설계공간을 정의.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'algorithm' 축(momentum/Adam/Muon)이 사실 메모리 → architecture·algorithm 축을 하나로 통합.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703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feature map으로 용량 확장 + Muon(2차) optimizer로 메모리 학습.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Muon류 = gradient의 '표현력 큰 메모리' → M3(더 표현력 있는 optimizer)로 일반화.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4846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global/local(장기/단기) 2단계 메모리 + train/serve chunk 정렬.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long/short를 CMS의 '연속 주파수' 스펙트럼으로 확장 — 2단계가 아니라 연속체.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035040"/>
            <a:ext cx="11155680" cy="502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문장: HOPE는 '모든 부품(투영·게이트·optimizer·장단기 메모리)이 어떤 주파수의 메모리'라는 하나의 중첩 시스템으로 앞 4편을 통합한다.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레벨이 ICL을, 표현력 큰 optimizer가 학습을 개선한다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2247767"/>
            <a:ext cx="3867912" cy="9908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4343"/>
            <a:ext cx="3794760" cy="91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레벨↑ → ICL(NIAH) 성능↑ (structural)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3772" y="1335024"/>
            <a:ext cx="1656270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348" y="1371600"/>
            <a:ext cx="1583118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4528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HOPE가 대형 모델과 견줌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851" y="1335024"/>
            <a:ext cx="337364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427" y="1371600"/>
            <a:ext cx="3300497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3296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M3 optimizer: ViT에서 AdamW·Muon 대비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왼쪽=중첩 레벨을 늘릴수록 in-context 성능이 오른다(ICL=structural 주장의 증거). 가운데=초장문 추론에서 경쟁력. 오른쪽=optimizer를 메모리로 보는 관점이 실제 학습(ViT)에서도 이득.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(2606.03979)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 — 자는 동안 지식을 '위로' 옮겨 파라미터를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wake/sleep lifecycle: 추론(wake)과 오프라인 통합(sleep)을 분리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sleep은 별도 오프라인 단계 — 이때는 서빙하지 않고 그동안 배운 것을 정리·통합한다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Memory Consolidation = Knowledge Seeding: 배운 지식을 상위로 distill해 low-rank expert를 '성장'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NL의 online consolidation은 초기상태(reset)만 meta-learn — '학습된 diff의 위쪽 전달'은 못 했다. Sleep가 그것을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Dreaming: 스스로 만든 데이터로 자기개선(SEAL식 RL)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teacher가 '꿈'(자기 생성 시퀀스)을 만들고 RL로 강화 — 외부 데이터 없이 능력 향상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 online consolidation(초기상태 meta-learn + circle-back)은 고정 용량 한계 → 오프라인으로 파라미터 성장 → GKD(on-policy)+LTI(RL) → 새 low-rank expert만 학습(나머지 freeze) → synaptic pruning → Dreaming 자기개선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class-incremental(CLINC/Banking/DBpedia) 지속학습, 메모리 레벨 효과, BABILong 등으로 통합 효과 입증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통합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느린 블록에 새 저차원 expert를 키워 지식을 위로 옮긴다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06828"/>
            <a:ext cx="5559552" cy="147274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43404"/>
            <a:ext cx="5486400" cy="13995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Memory Consolidation: 모델이 스스로 파라미터 수를 늘려 용량을 확장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967" y="1335024"/>
            <a:ext cx="3986304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543" y="1371600"/>
            <a:ext cx="3913152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Sleep cycle마다 router가 새 expert를 선택·갱신(왼→오른쪽)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B5(HOPE)와의 연결 — 빠진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HOPE의 CMS는 '느린 블록이 빠른 블록의 리셋 초기값'을 줄 뿐(런타임 diff 전달 아님). Sleep는 오프라인에서 빠른(고주파) 메모리가 배운 것을 새 low-rank expert로 만들어 느린 블록에 '실제로' 얹는다 = 위쪽 전달.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데이터는 어떻게 만드나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전부 오프라인·자기생성: teacher→student, GKD + RL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468880" cy="10972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Teacher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현재 모델 LM_θ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샘플·'꿈' 생성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017520" y="2011680"/>
            <a:ext cx="868680" cy="0"/>
          </a:xfrm>
          <a:prstGeom prst="line">
            <a:avLst/>
          </a:prstGeom>
          <a:ln w="2286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977639" y="1463040"/>
            <a:ext cx="2468880" cy="10972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Student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 low-rank expert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Mono CJK KR"/>
              </a:rPr>
              <a:t>{A: d×r, B: r×d}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92240" y="2011680"/>
            <a:ext cx="868680" cy="0"/>
          </a:xfrm>
          <a:prstGeom prst="line">
            <a:avLst/>
          </a:prstGeom>
          <a:ln w="2286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52360" y="1463040"/>
            <a:ext cx="4206240" cy="10972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학습 신호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GKD(on-policy rollout) + RL(LTI)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보상=Levenshtein·의미 유사도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8036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Knowledge Seeding (통합)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teacher가 만든 on-policy 데이터로 student를 GKD. 새 expert만 backward(나머지 freeze). router가 새 expert를 활성화.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LTI — RL 파트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정답 시퀀스와의 Levenshtein/의미 보상으로 policy-gradient. 미분 불가한 목표를 RL로.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2628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(자기개선)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teacher가 자기 생성한 '꿈'으로 SEAL식 편집·강화 — 외부 라벨 없이 능력을 끌어올림.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34924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reset = (de)activation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새 주기 시작 시 빠른 블록의 이전 expert들을 비활성화(pruning)해 간섭을 막는다.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핵심: 학습 데이터가 전부 모델 자신에게서 나온다(self-generated) — 외부 코퍼스 추가 없이 지속 학습.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지속 학습에서 망각을 줄이고 성능을 유지한다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34214"/>
            <a:ext cx="5605272" cy="130941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70790"/>
            <a:ext cx="5532120" cy="12362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class-incremental(CLINC 등): sleep 통합이 이전 클래스 망각을 완화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712324" y="1335024"/>
            <a:ext cx="4497590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900" y="1371600"/>
            <a:ext cx="4424438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오프라인 통합 후에도 장문 추론 능력 유지·향상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 · 6편의 도착점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Titans가 연 'test-time 학습'은 → Sleep에서 'wake=빠른 학습 / sleep=느린 통합'의 완결된 생애주기가 된다. 고정 용량의 한계를 파라미터 성장으로 넘은 것이 이 논문의 마지막 퍼즐.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System modeling (우리 기여) — 이 배포는 서빙에서 얼마나 드나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C1 · pair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학습은 compute-bound, 디코드는 memory-bound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학습(training) — compute-bound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 C를 크게 잡아 병렬 → 연산/바이트(arithmetic intensity)가 높다.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roofline의 오른쪽(연산 한계) → 더 빠른 연산기가 이득.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18288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디코드(decode) — memory-bound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chunk=1, 토큰마다 '전체 상태(state+weights)'를 read-modify-write.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arithmetic intensity가 낮다 → roofline의 왼쪽(대역폭 한계).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5197" y="3392424"/>
            <a:ext cx="4747564" cy="20208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sstar-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3" y="3429000"/>
            <a:ext cx="4674412" cy="1947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39495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S*(KV↔TTT 교차점)=65536 tokens — 8개 가속기 전부 동일 = 하드웨어가 아니라 workload의 성질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486400" cy="2103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왜 중요한가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메모리 상태를 갱신하는 이 계열은 디코드에서 구조적으로 memory-bound다. 그리고 그 경계(S*)는 하드웨어를 바꿔도 변하지 않는다(invariant). 즉 '어느 칩을 써도' 디코드 비용은 메모리 대역폭이 지배한다.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→ 이후 슬라이드: 실제 8칩 측정 · HOPE block roofline · 메모리 기술(zHBM/PIM/SRAM) · 청사진.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C2 · 8개 가속기 크로스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5자릿수 스프레드, 그러나 대부분 memory-bound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82725"/>
            <a:ext cx="5605272" cy="268554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-decode-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9301"/>
            <a:ext cx="5532120" cy="2612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토큰당 decode 시간(ideal 하한, log) — MTIA v2 ~31ms에서 WSE-3 ~0.0003ms까지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664970"/>
            <a:ext cx="5468112" cy="23210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-sstar-in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01546"/>
            <a:ext cx="5394960" cy="2247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 불변: 8개 아키텍처가 같은 교차점 — workload 고유 성질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8칩 중 7개가 memory-bound(대역폭이 결정). 예외는 WSE-3(Cerebras) — 거대한 on-chip SRAM으로 상태를 상주시켜 compute 쪽으로 넘어가는 'knee'가 생긴다. 각 칩 spec은 HAT hw twin으로 검증(die/PE 구조까지).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HOPE block roofline (H100 트윈)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1개 HOPE block을 실제 수치로 — 어디가 병목인가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3845" y="1335024"/>
            <a:ext cx="5250269" cy="288950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hope-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1" y="1371600"/>
            <a:ext cx="5177117" cy="2816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06240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1 HOPE block(self-mod Titans→CMS)의 전 연산 DAG (B=1, chunk C, d=2048)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901586"/>
            <a:ext cx="5468112" cy="175637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hope-roof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38162"/>
            <a:ext cx="5394960" cy="16832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06240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roofline·op별 시간·PIM 비교 (BW 3.35TB/s, peak 0.99PF, ridge 295)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병목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C=1 디코드는 roofline 왼쪽(memory-bound). op별로 보면 CMS/DGD-apply의 state read-modify-write가 지배적. state(≈134MB) + weights를 매 토큰 HBM(3.35TB/s)에서 읽어야 해 block당 ~203µs(ideal 하한).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C4 · 메모리 기술 — zHBM · HBM-PIM · SRAM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memory-bound라면 답은 '대역폭'과 '상주'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78706"/>
            <a:ext cx="5605272" cy="2093578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zhbm-p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5282"/>
            <a:ext cx="5532120" cy="2020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HBM/zHBM/HBM-PIM/zHBM-PIM decode 비용 + zHBM 내부 연산 추가 면적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3684" y="1335024"/>
            <a:ext cx="5334870" cy="298094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sram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260" y="1371600"/>
            <a:ext cx="5261718" cy="2907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1x→10x: state가 상주하는 순간(5x~) HBM 대신 SRAM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zHBM(대역폭↑)이 HBM-PIM(in-bank 연산이 너무 느림)보다 유리. SRAM은 '문턱' 구조 — state(≈134MB)가 on-chip에 들어가는 5x(250MB)부터 이득(203→150µs), 10x(500MB)면 weights까지 전부 상주.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C5 · scaling 청사진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논문의 방향 × 모델링 결과 = 어디로 가야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86285"/>
            <a:ext cx="5605272" cy="247842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-hope-sleep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861"/>
            <a:ext cx="5532120" cy="2405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HOPE(메모리 확장)+Sleep(파라미터 성장) 스케일링 — 상태·파라미터가 함께 자란다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① 논문 방향이 memory 압력을 키운다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HOPE(self-mod+CMS)로 state↑, Sleep(expert 성장)로 파라미터↑ → 디코드 memory-bound가 구조적으로 심해진다.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32888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대역폭 우선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zHBM류 고대역폭 메모리가 1순위 지렛대(PIM보다 유리).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48456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state 상주 설계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on-chip 용량을 state가 들어갈 문턱 이상으로 — Cerebras의 knee가 그 증거.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764024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④ 소프트웨어 효율이 프론티어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cross-vendor 소프트웨어 효율(HATIR)이 남은 최대 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553212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계열을 키울수록 서빙은 '메모리 문제'가 된다 — 대역폭·상주·소프트웨어가 스케일의 열쇠.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6편을 한 흐름으로, 그리고 서빙 비용까지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371600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test-time에 학습되는 신경망 메모리(surprise+momentum+forget)를 연다.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66543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06654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 설계를 4축 공간으로 조직화 — 무엇을·무엇을 잊고·어떤 구조로·어떤 알고리즘으로.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61487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761487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문맥 단위 기억(Omega)과 용량 확장(feature map)+Muon으로 표현력을 키운다.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56431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3456431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train/serve chunk 정렬과 global/local 계층으로 '어떻게 배포하나'를 답한다.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51375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HOPE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4151375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optimizer=memory·self-mod·CMS로 앞 4편을 하나의 중첩 시스템으로 통합.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19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Sleep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4846319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wake/sleep 생애주기로 지식을 오프라인에서 위로 옮겨 파라미터를 키운다.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263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우리 기여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54126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배포는 디코드에서 memory-bound — 8칩 측정+HOPE roofline+zHBM/SRAM로 비용과 청사진을 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