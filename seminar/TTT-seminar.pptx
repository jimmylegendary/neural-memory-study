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문제와 통찰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지금까지 'layer 하나'만 바꿔 왔다 — 그것을 훈련시키는 '배경'을 설계 대상으로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1 — layer 하나만 바꿔 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Titans/Miras/Atlas/TNT는 전부 'sequence layer 하나'의 성분(objective·retention·optimizer·훈련경제학)을 바꾼 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그런데 그 layer를 바깥에서 훈련시키는 AdamW·momentum·backpropagation은 한 번도 설계 공간에 안 들어온 '고정 배경'이었다.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2 — LLM은 정적이다 (anterograde amnesia)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배포 후 지식이 사는 곳은 딱 둘: 지금의 context window(KV cache)와 pre-training 때 얼어붙은 MLP weights.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context 정보가 장기저장소(FFN)까지 못 가고 window가 밀려나면 사라진다 = 새 장기기억을 못 만드는 기억상실.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핵심 통찰 — backprop도 memory다 (이 슬라이드만 가져가도 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'모델과 그것을 학습시키는 절차는 서로 다른 두 물건이 아니라, 하나의 중첩된 다층 최적화 시스템이다.'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안에서 backpropagation·momentum·Adam·Muon이 전부 gradient에 대한 associative memory다. 특히 backprop은 자기 target을 스스로 만드는 self-referential memory라 병렬화가 안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질문의 단위가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'layer'가 아니라 '모델 전체 + 훈련 절차 전체'가 하나의 설계 대상. 각 level은 자기 context flow를 자기 주기로 압축하는 associative memory. (TNT가 남긴 '서로 다른 주기의 계층' 힌트를 조직 원리로 승격.)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한계 &amp; Sleep으로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라인의 문제는 풀리기는커녕 커졌다 — 남은 절반을 Sleep이 채운다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논문이 스스로 그은 한계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catastrophic forgetting 미해결 — forgetting은 압축의 필연(용량 유한). CMS는 '어디서·얼마나 빨리 잊을지'를 주파수 축에 재배치했을 뿐, 원리적으로 푼 게 아니다.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② level 설계가 경험적 — level 몇 개·주파수 얼마·무엇을 어디 놓을지 이론 없음. query projection을 memory화하면 오히려 나빠지는 반례도(잘못 놓인 level은 해).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③ 이론이 재해석까지만 — optimizer 역공학은 존재 논증이지 유일성 증명 아님, level 표현력 정리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④ 서빙 경제학·스케일 미검증 — from-scratch 1.3B/100B, retrofit도 Llama3-8B까지. decode wall-clock 전무.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— batching이 깨진다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self-modifying Titans state = per-request mutable weights. KV cache(read-only, weight 공유 batch)와 달리 shared-weight batching이 깨진다.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배칭은 가능하나 각 요청의 arithmetic intensity가 batch 크기 B와 무관 → 대역폭이 배치를 조기에 닫는다(never-average).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Sleep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신경생리학의 consolidation은 2단계. NL은 그중 online consolidation(입력 흐르는 동안 CMS 갱신)만 구현했다.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수면 replay로 기억을 재조직하는 offline consolidation은 명시적으로 범위 밖. 남는 질문: 빠른 level 지식이 예정된 갱신으로 덮이기 전에 어디로 옮길 것인가?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 = expressive optimizer(Delta Momentum·DMGD·M3) + CMS(주파수 스펙트럼 memory) + self-modifying Titans를 직렬 결합. '더 많은 layer가 아니라 더 많은 level'을 실증 — 단 짧은 recall gap과 서빙 경제학은 미해소, 그리고 offline consolidation을 Sleep에 넘긴다.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C0 ·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무엇으로 뽑았고, 왜 신뢰할 수 있나 — HAT HW schema + HATIR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 HW schema — 가속기의 '디지털 트윈'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가속기를 기술하는 정식 스키마(SoT). die/PE 내부(SM→ALU→ISA), 메모리 계층(HBM/L2/SRAM의 대역폭·용량), peak FLOPS를 담는다.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벤더 spec(여러 번 교차검색해 신뢰).  output: .hw JSON '트윈'.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검증: schema의 verify(committee). — 증거: 수정 안 한 vLLM이 이 트윈(가짜 device)을 진짜로 믿고 구동.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HATIR — 순수 비용(cost) 모델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HAT IR 기반 비용 모델. 트윈과 workload를 받아 roofline 기반 시간·에너지를 낸다.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HW twin(.hw) + workload trace(연산 DAG).  output: 시간·에너지의 ideal 하한.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특징: magic derate·regression fitting 없이 독립 물리 요소로 분해(냉정한 하한).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84124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신뢰성 원칙 — 절대값이 아니라 'trend 정합'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정합 = 여러 시나리오에서 trend 일관성(절대 수치 매칭 아님). ZigZag 등 기존 도구와 7/7 일치, 42 curves / 7 아키텍처 / 12 families에서 97.6% trend 일치, fitting 없음. → 이 파트의 모든 수치는 'ideal roofline 하한'(달성 가능한 최선)으로 읽어야 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42816"/>
            <a:ext cx="731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실험 조건 (전 Part C 공통) — 모두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HW twin — H100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HBM3 대역폭 3.35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peak 0.99 PF (989 TFLOPS, bf16)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ridge 295 FLOP/byte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10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baseline L2 50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model — 1 HOPE block (B=1)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 = 2048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 5 memory: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  {M_k,M_v,M_η,M_α: d², M_mem: 2d²}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CMS 3 레벨 (각 d→4d→d MLP)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state(RMW) 134 MB · weights 277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617720"/>
            <a:ext cx="347472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가정 (assumptions)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decode C=1 (토큰당)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kernel launch time =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gradient는 chunk 시작 상태에서 평가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출력은 갱신 전(pre-update) read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수치 = max(FLOP/peak, bytes/BW)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block의 전 연산 (H100 트윈, d=2048, C=1) — 21개 op을 4단계로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3749039" cy="402336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입력 X  [1, d]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0" y="1746503"/>
            <a:ext cx="0" cy="13716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874519"/>
            <a:ext cx="5760720" cy="676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① 투영 (self-mod Titans) · GEMM · 17.5µs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q=X·Wq(static) · k=M_k(X) · v=M_v(X) · η=M_η(X) · α=M_α(X)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542032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670048"/>
            <a:ext cx="5760720" cy="5486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② read (pre-update) · 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o = M_mem(q) — 갱신 '전' 메모리에서 읽는다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209544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3337560"/>
            <a:ext cx="5760720" cy="78638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③ update 5 memory · 60µs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memory: compute(GEMM 20µs) + DGD-apply(state RMW 40µs). RMW = memory-bound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4114800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242816"/>
            <a:ext cx="5760720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④ CMS 사슬 · 120µs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L1→L2→L3 fwd (20×3=60µs) + L1 update(compute 20 + DGD-apply RMW 40µs)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325880"/>
            <a:ext cx="516636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41732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op-time 분해 (합계 202.8µs, ideal 하한)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87451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① 투영 GEMM (q·k·v·η·α)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187451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17.5µs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24027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② read o=M_mem(q) [pre-update]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224027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5.0µs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0603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③ update-compute (5 memory, GEMM)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260603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97179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③ DGD-apply (5 memory, state RMW)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97179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33755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L1/L2/L3 fwd (d→4d→d)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333755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60.0µs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70332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 update-compute (GEMM)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370332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6908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④ CMS L1 DGD-apply (state RMW)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406908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4590288"/>
            <a:ext cx="4800600" cy="38404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memory-bound RMW 합 = 80µs (전체의 40%)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5780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compute(GEMM)는 텐서코어로 싸지만, state RMW(빨강) 80µs가 단일 최대 비용 덩어리 — 이게 decode를 memory-bound로 만든다.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roofline &amp; 병목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decode C=1은 roofline 왼쪽(memory-bound) — state를 매 토큰 HBM에서 RMW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8863"/>
            <a:ext cx="5925312" cy="189902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roo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5439"/>
            <a:ext cx="5852160" cy="1825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5852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(a) block AI vs chunk C — ridge 295 아래 = memory-bound  (b) op별 시간  (c) baseline vs HBM-PIM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166360" cy="14173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memory-bound인가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block의 arithmetic intensity = FLOP/bytes = 1.08e9 / 6.80e8 ≈ 1.6 FLOP/byte.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H100 ridge = 295 FLOP/byte보다 한참 낮다 → 대역폭이 병목(roofline 왼쪽).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880360"/>
            <a:ext cx="5166360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병목의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state(134MB, RMW되는 부분) + weights(277MB)를 매 토큰 HBM(3.35TB/s)에서 읽어야 한다. 이상적으로도 411MB / 3.35TB/s ≈ 123µs는 대역폭에 묶인다 → block당 ~203µs.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4206240"/>
            <a:ext cx="5166360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다음(C4)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compute를 키워도 소용없다. 답은 '대역폭↑'(zHBM) 또는 'state를 on-chip에 상주'(SRAM). PIM은 in-bank 연산이 이 RMW엔 너무 느리다.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2080"/>
            <a:ext cx="5852160" cy="5943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H100 트윈 spec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HBM3 3.35 TB/s · peak 0.99 PF · ridge 295 FLOP/B · SRAM 10 TB/s · L2 50 MB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